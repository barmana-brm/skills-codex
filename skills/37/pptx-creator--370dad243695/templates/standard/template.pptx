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70" r:id="rId7"/>
    <p:sldId id="261" r:id="rId8"/>
    <p:sldId id="269" r:id="rId9"/>
    <p:sldId id="262" r:id="rId10"/>
    <p:sldId id="263" r:id="rId11"/>
    <p:sldId id="264" r:id="rId12"/>
    <p:sldId id="265" r:id="rId13"/>
    <p:sldId id="266" r:id="rId14"/>
    <p:sldId id="267" r:id="rId15"/>
    <p:sldId id="268" r:id="rId16"/>
  </p:sldIdLst>
  <p:sldSz cx="18288000" cy="10287000"/>
  <p:notesSz cx="6858000" cy="9144000"/>
  <p:embeddedFontLst>
    <p:embeddedFont>
      <p:font typeface="Noto Sans JP" panose="020B0500000000000000" pitchFamily="34" charset="-128"/>
      <p:regular r:id="rId17"/>
    </p:embeddedFont>
    <p:embeddedFont>
      <p:font typeface="Noto Sans JP Bold" panose="020B0800000000000000" pitchFamily="34" charset="-128"/>
      <p:regular r:id="rId18"/>
      <p:bold r:id="rId19"/>
    </p:embeddedFont>
    <p:embeddedFont>
      <p:font typeface="Noto Sans JP Heavy" panose="020B0A00000000000000" pitchFamily="34" charset="-128"/>
      <p:regular r:id="rId20"/>
      <p:bold r:id="rId21"/>
    </p:embeddedFont>
    <p:embeddedFont>
      <p:font typeface="Futura Ultra-Bold" panose="020B0602020204020303" pitchFamily="34" charset="-79"/>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4E5F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94" autoAdjust="0"/>
    <p:restoredTop sz="94658" autoAdjust="0"/>
  </p:normalViewPr>
  <p:slideViewPr>
    <p:cSldViewPr>
      <p:cViewPr varScale="1">
        <p:scale>
          <a:sx n="71" d="100"/>
          <a:sy n="71" d="100"/>
        </p:scale>
        <p:origin x="592" y="4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sv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1.svg"/><Relationship Id="rId7" Type="http://schemas.openxmlformats.org/officeDocument/2006/relationships/image" Target="../media/image3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539254" y="693758"/>
            <a:ext cx="9209492" cy="9625987"/>
          </a:xfrm>
          <a:prstGeom prst="rect">
            <a:avLst/>
          </a:prstGeom>
        </p:spPr>
        <p:txBody>
          <a:bodyPr lIns="50800" tIns="50800" rIns="50800" bIns="50800" rtlCol="0" anchor="ctr"/>
          <a:lstStyle/>
          <a:p>
            <a:pPr algn="ctr">
              <a:lnSpc>
                <a:spcPts val="2659"/>
              </a:lnSpc>
            </a:pPr>
            <a:endParaRPr/>
          </a:p>
        </p:txBody>
      </p:sp>
      <p:sp>
        <p:nvSpPr>
          <p:cNvPr id="13" name="AutoShape 13"/>
          <p:cNvSpPr/>
          <p:nvPr/>
        </p:nvSpPr>
        <p:spPr>
          <a:xfrm>
            <a:off x="5340124" y="5143500"/>
            <a:ext cx="7607751" cy="0"/>
          </a:xfrm>
          <a:prstGeom prst="line">
            <a:avLst/>
          </a:prstGeom>
          <a:ln w="57150" cap="flat">
            <a:solidFill>
              <a:srgbClr val="000000"/>
            </a:solidFill>
            <a:prstDash val="solid"/>
            <a:headEnd type="none" w="sm" len="sm"/>
            <a:tailEnd type="none" w="sm" len="sm"/>
          </a:ln>
        </p:spPr>
        <p:txBody>
          <a:bodyPr/>
          <a:lstStyle/>
          <a:p>
            <a:endParaRPr lang="ja-JP" altLang="en-US"/>
          </a:p>
        </p:txBody>
      </p:sp>
      <p:sp>
        <p:nvSpPr>
          <p:cNvPr id="14" name="AutoShape 14"/>
          <p:cNvSpPr/>
          <p:nvPr/>
        </p:nvSpPr>
        <p:spPr>
          <a:xfrm>
            <a:off x="5340124" y="3578229"/>
            <a:ext cx="7607751" cy="0"/>
          </a:xfrm>
          <a:prstGeom prst="line">
            <a:avLst/>
          </a:prstGeom>
          <a:ln w="57150" cap="flat">
            <a:solidFill>
              <a:srgbClr val="000000"/>
            </a:solidFill>
            <a:prstDash val="solid"/>
            <a:headEnd type="none" w="sm" len="sm"/>
            <a:tailEnd type="none" w="sm" len="sm"/>
          </a:ln>
        </p:spPr>
        <p:txBody>
          <a:bodyPr/>
          <a:lstStyle/>
          <a:p>
            <a:endParaRPr lang="ja-JP" altLang="en-US"/>
          </a:p>
        </p:txBody>
      </p:sp>
      <p:sp>
        <p:nvSpPr>
          <p:cNvPr id="15" name="AutoShape 15"/>
          <p:cNvSpPr/>
          <p:nvPr/>
        </p:nvSpPr>
        <p:spPr>
          <a:xfrm>
            <a:off x="5340124" y="6708771"/>
            <a:ext cx="7607751" cy="0"/>
          </a:xfrm>
          <a:prstGeom prst="line">
            <a:avLst/>
          </a:prstGeom>
          <a:ln w="57150" cap="flat">
            <a:solidFill>
              <a:srgbClr val="000000"/>
            </a:solidFill>
            <a:prstDash val="solid"/>
            <a:headEnd type="none" w="sm" len="sm"/>
            <a:tailEnd type="none" w="sm" len="sm"/>
          </a:ln>
        </p:spPr>
        <p:txBody>
          <a:bodyPr/>
          <a:lstStyle/>
          <a:p>
            <a:endParaRPr lang="ja-JP" altLang="en-US"/>
          </a:p>
        </p:txBody>
      </p:sp>
      <p:sp>
        <p:nvSpPr>
          <p:cNvPr id="16" name="TextBox 16"/>
          <p:cNvSpPr txBox="1"/>
          <p:nvPr/>
        </p:nvSpPr>
        <p:spPr>
          <a:xfrm>
            <a:off x="4318023" y="2573660"/>
            <a:ext cx="9651954" cy="528319"/>
          </a:xfrm>
          <a:prstGeom prst="rect">
            <a:avLst/>
          </a:prstGeom>
        </p:spPr>
        <p:txBody>
          <a:bodyPr lIns="0" tIns="0" rIns="0" bIns="0" rtlCol="0" anchor="t">
            <a:spAutoFit/>
          </a:bodyPr>
          <a:lstStyle/>
          <a:p>
            <a:pPr algn="ctr">
              <a:lnSpc>
                <a:spcPts val="4480"/>
              </a:lnSpc>
            </a:pPr>
            <a:r>
              <a:rPr lang="en-US" sz="3200" b="1" spc="160">
                <a:solidFill>
                  <a:srgbClr val="000000"/>
                </a:solidFill>
                <a:latin typeface="Noto Sans JP Heavy"/>
                <a:ea typeface="Noto Sans JP Heavy"/>
                <a:cs typeface="Noto Sans JP Heavy"/>
                <a:sym typeface="Noto Sans JP Heavy"/>
              </a:rPr>
              <a:t>[ デザインを学ぶ ]</a:t>
            </a:r>
          </a:p>
        </p:txBody>
      </p:sp>
      <p:sp>
        <p:nvSpPr>
          <p:cNvPr id="17" name="TextBox 17"/>
          <p:cNvSpPr txBox="1"/>
          <p:nvPr/>
        </p:nvSpPr>
        <p:spPr>
          <a:xfrm>
            <a:off x="4318023" y="7137396"/>
            <a:ext cx="9651954" cy="528319"/>
          </a:xfrm>
          <a:prstGeom prst="rect">
            <a:avLst/>
          </a:prstGeom>
        </p:spPr>
        <p:txBody>
          <a:bodyPr lIns="0" tIns="0" rIns="0" bIns="0" rtlCol="0" anchor="t">
            <a:spAutoFit/>
          </a:bodyPr>
          <a:lstStyle/>
          <a:p>
            <a:pPr algn="ctr">
              <a:lnSpc>
                <a:spcPts val="4480"/>
              </a:lnSpc>
            </a:pPr>
            <a:r>
              <a:rPr lang="en-US" sz="3200" b="1" spc="160">
                <a:solidFill>
                  <a:srgbClr val="000000"/>
                </a:solidFill>
                <a:latin typeface="Noto Sans JP Heavy"/>
                <a:ea typeface="Noto Sans JP Heavy"/>
                <a:cs typeface="Noto Sans JP Heavy"/>
                <a:sym typeface="Noto Sans JP Heavy"/>
              </a:rPr>
              <a:t>日付 / 氏名</a:t>
            </a:r>
          </a:p>
        </p:txBody>
      </p:sp>
      <p:sp>
        <p:nvSpPr>
          <p:cNvPr id="18" name="TextBox 18"/>
          <p:cNvSpPr txBox="1"/>
          <p:nvPr/>
        </p:nvSpPr>
        <p:spPr>
          <a:xfrm>
            <a:off x="4318023" y="3590931"/>
            <a:ext cx="9651954" cy="1377942"/>
          </a:xfrm>
          <a:prstGeom prst="rect">
            <a:avLst/>
          </a:prstGeom>
        </p:spPr>
        <p:txBody>
          <a:bodyPr lIns="0" tIns="0" rIns="0" bIns="0" rtlCol="0" anchor="t">
            <a:spAutoFit/>
          </a:bodyPr>
          <a:lstStyle/>
          <a:p>
            <a:pPr algn="ctr">
              <a:lnSpc>
                <a:spcPts val="11200"/>
              </a:lnSpc>
            </a:pPr>
            <a:r>
              <a:rPr lang="en-US" sz="8000" b="1" spc="400">
                <a:solidFill>
                  <a:srgbClr val="000000"/>
                </a:solidFill>
                <a:latin typeface="Noto Sans JP Bold"/>
                <a:ea typeface="Noto Sans JP Bold"/>
                <a:cs typeface="Noto Sans JP Bold"/>
                <a:sym typeface="Noto Sans JP Bold"/>
              </a:rPr>
              <a:t>図解で伝える</a:t>
            </a:r>
          </a:p>
        </p:txBody>
      </p:sp>
      <p:sp>
        <p:nvSpPr>
          <p:cNvPr id="19" name="TextBox 19"/>
          <p:cNvSpPr txBox="1"/>
          <p:nvPr/>
        </p:nvSpPr>
        <p:spPr>
          <a:xfrm>
            <a:off x="4318023" y="5156202"/>
            <a:ext cx="9651954" cy="1377942"/>
          </a:xfrm>
          <a:prstGeom prst="rect">
            <a:avLst/>
          </a:prstGeom>
        </p:spPr>
        <p:txBody>
          <a:bodyPr lIns="0" tIns="0" rIns="0" bIns="0" rtlCol="0" anchor="t">
            <a:spAutoFit/>
          </a:bodyPr>
          <a:lstStyle/>
          <a:p>
            <a:pPr algn="ctr">
              <a:lnSpc>
                <a:spcPts val="11200"/>
              </a:lnSpc>
            </a:pPr>
            <a:r>
              <a:rPr lang="en-US" sz="8000" b="1" spc="400">
                <a:solidFill>
                  <a:srgbClr val="000000"/>
                </a:solidFill>
                <a:latin typeface="Noto Sans JP Bold"/>
                <a:ea typeface="Noto Sans JP Bold"/>
                <a:cs typeface="Noto Sans JP Bold"/>
                <a:sym typeface="Noto Sans JP Bold"/>
              </a:rPr>
              <a:t>プレゼン資料</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8" name="TextBox 8"/>
          <p:cNvSpPr txBox="1"/>
          <p:nvPr/>
        </p:nvSpPr>
        <p:spPr>
          <a:xfrm>
            <a:off x="1974196" y="4013797"/>
            <a:ext cx="3998529"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グラフと図の</a:t>
            </a:r>
          </a:p>
          <a:p>
            <a:pPr marL="0" lvl="0" indent="0" algn="ctr">
              <a:lnSpc>
                <a:spcPts val="4480"/>
              </a:lnSpc>
              <a:spcBef>
                <a:spcPct val="0"/>
              </a:spcBef>
            </a:pPr>
            <a:r>
              <a:rPr lang="en-US" sz="2800" b="1" spc="140">
                <a:solidFill>
                  <a:srgbClr val="000000"/>
                </a:solidFill>
                <a:latin typeface="Noto Sans JP Heavy"/>
                <a:ea typeface="Noto Sans JP Heavy"/>
                <a:cs typeface="Noto Sans JP Heavy"/>
                <a:sym typeface="Noto Sans JP Heavy"/>
              </a:rPr>
              <a:t>効果的な使用法</a:t>
            </a:r>
          </a:p>
        </p:txBody>
      </p:sp>
      <p:grpSp>
        <p:nvGrpSpPr>
          <p:cNvPr id="9" name="Group 9"/>
          <p:cNvGrpSpPr/>
          <p:nvPr/>
        </p:nvGrpSpPr>
        <p:grpSpPr>
          <a:xfrm>
            <a:off x="3507253" y="2829789"/>
            <a:ext cx="932414" cy="93241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ja-JP" altLang="en-US"/>
            </a:p>
          </p:txBody>
        </p:sp>
        <p:sp>
          <p:nvSpPr>
            <p:cNvPr id="11" name="TextBox 1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3579845" y="2998181"/>
            <a:ext cx="787230" cy="538479"/>
          </a:xfrm>
          <a:prstGeom prst="rect">
            <a:avLst/>
          </a:prstGeom>
        </p:spPr>
        <p:txBody>
          <a:bodyPr lIns="0" tIns="0" rIns="0" bIns="0" rtlCol="0" anchor="t">
            <a:spAutoFit/>
          </a:bodyPr>
          <a:lstStyle/>
          <a:p>
            <a:pPr algn="ctr">
              <a:lnSpc>
                <a:spcPts val="3920"/>
              </a:lnSpc>
            </a:pPr>
            <a:r>
              <a:rPr lang="en-US" sz="2800" b="1">
                <a:solidFill>
                  <a:srgbClr val="FFFFFF"/>
                </a:solidFill>
                <a:latin typeface="Futura Ultra-Bold"/>
                <a:ea typeface="Futura Ultra-Bold"/>
                <a:cs typeface="Futura Ultra-Bold"/>
                <a:sym typeface="Futura Ultra-Bold"/>
              </a:rPr>
              <a:t>01</a:t>
            </a:r>
          </a:p>
        </p:txBody>
      </p:sp>
      <p:sp>
        <p:nvSpPr>
          <p:cNvPr id="13" name="TextBox 13"/>
          <p:cNvSpPr txBox="1"/>
          <p:nvPr/>
        </p:nvSpPr>
        <p:spPr>
          <a:xfrm>
            <a:off x="1974196" y="7431100"/>
            <a:ext cx="3998529"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良い図解と悪い図解</a:t>
            </a:r>
          </a:p>
          <a:p>
            <a:pPr marL="0" lvl="0" indent="0" algn="ctr">
              <a:lnSpc>
                <a:spcPts val="4480"/>
              </a:lnSpc>
              <a:spcBef>
                <a:spcPct val="0"/>
              </a:spcBef>
            </a:pPr>
            <a:r>
              <a:rPr lang="en-US" sz="2800" b="1" spc="140">
                <a:solidFill>
                  <a:srgbClr val="000000"/>
                </a:solidFill>
                <a:latin typeface="Noto Sans JP Heavy"/>
                <a:ea typeface="Noto Sans JP Heavy"/>
                <a:cs typeface="Noto Sans JP Heavy"/>
                <a:sym typeface="Noto Sans JP Heavy"/>
              </a:rPr>
              <a:t>の比較</a:t>
            </a:r>
          </a:p>
        </p:txBody>
      </p:sp>
      <p:grpSp>
        <p:nvGrpSpPr>
          <p:cNvPr id="14" name="Group 14"/>
          <p:cNvGrpSpPr/>
          <p:nvPr/>
        </p:nvGrpSpPr>
        <p:grpSpPr>
          <a:xfrm>
            <a:off x="3507253" y="6247091"/>
            <a:ext cx="932414" cy="93241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ja-JP" altLang="en-US"/>
            </a:p>
          </p:txBody>
        </p:sp>
        <p:sp>
          <p:nvSpPr>
            <p:cNvPr id="16" name="TextBox 1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3579845" y="6415484"/>
            <a:ext cx="787230" cy="538479"/>
          </a:xfrm>
          <a:prstGeom prst="rect">
            <a:avLst/>
          </a:prstGeom>
        </p:spPr>
        <p:txBody>
          <a:bodyPr lIns="0" tIns="0" rIns="0" bIns="0" rtlCol="0" anchor="t">
            <a:spAutoFit/>
          </a:bodyPr>
          <a:lstStyle/>
          <a:p>
            <a:pPr algn="ctr">
              <a:lnSpc>
                <a:spcPts val="3920"/>
              </a:lnSpc>
            </a:pPr>
            <a:r>
              <a:rPr lang="en-US" sz="2800" b="1">
                <a:solidFill>
                  <a:srgbClr val="FFFFFF"/>
                </a:solidFill>
                <a:latin typeface="Futura Ultra-Bold"/>
                <a:ea typeface="Futura Ultra-Bold"/>
                <a:cs typeface="Futura Ultra-Bold"/>
                <a:sym typeface="Futura Ultra-Bold"/>
              </a:rPr>
              <a:t>04</a:t>
            </a:r>
          </a:p>
        </p:txBody>
      </p:sp>
      <p:sp>
        <p:nvSpPr>
          <p:cNvPr id="18" name="TextBox 18"/>
          <p:cNvSpPr txBox="1"/>
          <p:nvPr/>
        </p:nvSpPr>
        <p:spPr>
          <a:xfrm>
            <a:off x="7144735" y="4013797"/>
            <a:ext cx="3998529"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図解で伝える</a:t>
            </a:r>
          </a:p>
          <a:p>
            <a:pPr marL="0" lvl="0" indent="0" algn="ctr">
              <a:lnSpc>
                <a:spcPts val="4480"/>
              </a:lnSpc>
              <a:spcBef>
                <a:spcPct val="0"/>
              </a:spcBef>
            </a:pPr>
            <a:r>
              <a:rPr lang="en-US" sz="2800" b="1" spc="140">
                <a:solidFill>
                  <a:srgbClr val="000000"/>
                </a:solidFill>
                <a:latin typeface="Noto Sans JP Heavy"/>
                <a:ea typeface="Noto Sans JP Heavy"/>
                <a:cs typeface="Noto Sans JP Heavy"/>
                <a:sym typeface="Noto Sans JP Heavy"/>
              </a:rPr>
              <a:t>グラフ</a:t>
            </a:r>
          </a:p>
        </p:txBody>
      </p:sp>
      <p:grpSp>
        <p:nvGrpSpPr>
          <p:cNvPr id="19" name="Group 19"/>
          <p:cNvGrpSpPr/>
          <p:nvPr/>
        </p:nvGrpSpPr>
        <p:grpSpPr>
          <a:xfrm>
            <a:off x="8677793" y="2829789"/>
            <a:ext cx="932414" cy="93241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ja-JP" alt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8750385" y="2998181"/>
            <a:ext cx="787230" cy="538479"/>
          </a:xfrm>
          <a:prstGeom prst="rect">
            <a:avLst/>
          </a:prstGeom>
        </p:spPr>
        <p:txBody>
          <a:bodyPr lIns="0" tIns="0" rIns="0" bIns="0" rtlCol="0" anchor="t">
            <a:spAutoFit/>
          </a:bodyPr>
          <a:lstStyle/>
          <a:p>
            <a:pPr algn="ctr">
              <a:lnSpc>
                <a:spcPts val="3920"/>
              </a:lnSpc>
            </a:pPr>
            <a:r>
              <a:rPr lang="en-US" sz="2800" b="1">
                <a:solidFill>
                  <a:srgbClr val="FFFFFF"/>
                </a:solidFill>
                <a:latin typeface="Futura Ultra-Bold"/>
                <a:ea typeface="Futura Ultra-Bold"/>
                <a:cs typeface="Futura Ultra-Bold"/>
                <a:sym typeface="Futura Ultra-Bold"/>
              </a:rPr>
              <a:t>02</a:t>
            </a:r>
          </a:p>
        </p:txBody>
      </p:sp>
      <p:sp>
        <p:nvSpPr>
          <p:cNvPr id="23" name="TextBox 23"/>
          <p:cNvSpPr txBox="1"/>
          <p:nvPr/>
        </p:nvSpPr>
        <p:spPr>
          <a:xfrm>
            <a:off x="7144735" y="7431100"/>
            <a:ext cx="3998529"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伝わりやすい図解の</a:t>
            </a:r>
          </a:p>
          <a:p>
            <a:pPr marL="0" lvl="0" indent="0" algn="ctr">
              <a:lnSpc>
                <a:spcPts val="4480"/>
              </a:lnSpc>
              <a:spcBef>
                <a:spcPct val="0"/>
              </a:spcBef>
            </a:pPr>
            <a:r>
              <a:rPr lang="en-US" sz="2800" b="1" spc="140">
                <a:solidFill>
                  <a:srgbClr val="000000"/>
                </a:solidFill>
                <a:latin typeface="Noto Sans JP Heavy"/>
                <a:ea typeface="Noto Sans JP Heavy"/>
                <a:cs typeface="Noto Sans JP Heavy"/>
                <a:sym typeface="Noto Sans JP Heavy"/>
              </a:rPr>
              <a:t>作成ステップ</a:t>
            </a:r>
          </a:p>
        </p:txBody>
      </p:sp>
      <p:grpSp>
        <p:nvGrpSpPr>
          <p:cNvPr id="24" name="Group 24"/>
          <p:cNvGrpSpPr/>
          <p:nvPr/>
        </p:nvGrpSpPr>
        <p:grpSpPr>
          <a:xfrm>
            <a:off x="8677793" y="6247091"/>
            <a:ext cx="932414" cy="932414"/>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ja-JP" altLang="en-US"/>
            </a:p>
          </p:txBody>
        </p:sp>
        <p:sp>
          <p:nvSpPr>
            <p:cNvPr id="26" name="TextBox 2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8750385" y="6415484"/>
            <a:ext cx="787230" cy="538479"/>
          </a:xfrm>
          <a:prstGeom prst="rect">
            <a:avLst/>
          </a:prstGeom>
        </p:spPr>
        <p:txBody>
          <a:bodyPr lIns="0" tIns="0" rIns="0" bIns="0" rtlCol="0" anchor="t">
            <a:spAutoFit/>
          </a:bodyPr>
          <a:lstStyle/>
          <a:p>
            <a:pPr algn="ctr">
              <a:lnSpc>
                <a:spcPts val="3920"/>
              </a:lnSpc>
            </a:pPr>
            <a:r>
              <a:rPr lang="en-US" sz="2800" b="1">
                <a:solidFill>
                  <a:srgbClr val="FFFFFF"/>
                </a:solidFill>
                <a:latin typeface="Futura Ultra-Bold"/>
                <a:ea typeface="Futura Ultra-Bold"/>
                <a:cs typeface="Futura Ultra-Bold"/>
                <a:sym typeface="Futura Ultra-Bold"/>
              </a:rPr>
              <a:t>05</a:t>
            </a:r>
          </a:p>
        </p:txBody>
      </p:sp>
      <p:sp>
        <p:nvSpPr>
          <p:cNvPr id="28" name="TextBox 28"/>
          <p:cNvSpPr txBox="1"/>
          <p:nvPr/>
        </p:nvSpPr>
        <p:spPr>
          <a:xfrm>
            <a:off x="12314840" y="4013797"/>
            <a:ext cx="3998529" cy="1086482"/>
          </a:xfrm>
          <a:prstGeom prst="rect">
            <a:avLst/>
          </a:prstGeom>
        </p:spPr>
        <p:txBody>
          <a:bodyPr lIns="0" tIns="0" rIns="0" bIns="0" rtlCol="0" anchor="t">
            <a:spAutoFit/>
          </a:bodyPr>
          <a:lstStyle/>
          <a:p>
            <a:pPr marL="0" lvl="0" indent="0" algn="ctr">
              <a:lnSpc>
                <a:spcPts val="4480"/>
              </a:lnSpc>
              <a:spcBef>
                <a:spcPct val="0"/>
              </a:spcBef>
            </a:pPr>
            <a:r>
              <a:rPr lang="en-US" sz="2800" b="1" u="none" strike="noStrike" spc="140">
                <a:solidFill>
                  <a:srgbClr val="000000"/>
                </a:solidFill>
                <a:latin typeface="Noto Sans JP Heavy"/>
                <a:ea typeface="Noto Sans JP Heavy"/>
                <a:cs typeface="Noto Sans JP Heavy"/>
                <a:sym typeface="Noto Sans JP Heavy"/>
              </a:rPr>
              <a:t>図解で伝える</a:t>
            </a:r>
          </a:p>
          <a:p>
            <a:pPr marL="0" lvl="0" indent="0" algn="ctr">
              <a:lnSpc>
                <a:spcPts val="4480"/>
              </a:lnSpc>
              <a:spcBef>
                <a:spcPct val="0"/>
              </a:spcBef>
            </a:pPr>
            <a:r>
              <a:rPr lang="en-US" sz="2800" b="1" u="none" strike="noStrike" spc="140">
                <a:solidFill>
                  <a:srgbClr val="000000"/>
                </a:solidFill>
                <a:latin typeface="Noto Sans JP Heavy"/>
                <a:ea typeface="Noto Sans JP Heavy"/>
                <a:cs typeface="Noto Sans JP Heavy"/>
                <a:sym typeface="Noto Sans JP Heavy"/>
              </a:rPr>
              <a:t>表</a:t>
            </a:r>
          </a:p>
        </p:txBody>
      </p:sp>
      <p:grpSp>
        <p:nvGrpSpPr>
          <p:cNvPr id="29" name="Group 29"/>
          <p:cNvGrpSpPr/>
          <p:nvPr/>
        </p:nvGrpSpPr>
        <p:grpSpPr>
          <a:xfrm>
            <a:off x="13847897" y="2829789"/>
            <a:ext cx="932414" cy="932414"/>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ja-JP" altLang="en-US"/>
            </a:p>
          </p:txBody>
        </p:sp>
        <p:sp>
          <p:nvSpPr>
            <p:cNvPr id="31" name="TextBox 3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13920489" y="2998181"/>
            <a:ext cx="787230" cy="538479"/>
          </a:xfrm>
          <a:prstGeom prst="rect">
            <a:avLst/>
          </a:prstGeom>
        </p:spPr>
        <p:txBody>
          <a:bodyPr lIns="0" tIns="0" rIns="0" bIns="0" rtlCol="0" anchor="t">
            <a:spAutoFit/>
          </a:bodyPr>
          <a:lstStyle/>
          <a:p>
            <a:pPr algn="ctr">
              <a:lnSpc>
                <a:spcPts val="3920"/>
              </a:lnSpc>
            </a:pPr>
            <a:r>
              <a:rPr lang="en-US" sz="2800" b="1">
                <a:solidFill>
                  <a:srgbClr val="FFFFFF"/>
                </a:solidFill>
                <a:latin typeface="Futura Ultra-Bold"/>
                <a:ea typeface="Futura Ultra-Bold"/>
                <a:cs typeface="Futura Ultra-Bold"/>
                <a:sym typeface="Futura Ultra-Bold"/>
              </a:rPr>
              <a:t>03</a:t>
            </a:r>
          </a:p>
        </p:txBody>
      </p:sp>
      <p:sp>
        <p:nvSpPr>
          <p:cNvPr id="33" name="TextBox 33"/>
          <p:cNvSpPr txBox="1"/>
          <p:nvPr/>
        </p:nvSpPr>
        <p:spPr>
          <a:xfrm>
            <a:off x="12314840" y="7431100"/>
            <a:ext cx="3998529" cy="524507"/>
          </a:xfrm>
          <a:prstGeom prst="rect">
            <a:avLst/>
          </a:prstGeom>
        </p:spPr>
        <p:txBody>
          <a:bodyPr lIns="0" tIns="0" rIns="0" bIns="0" rtlCol="0" anchor="t">
            <a:spAutoFit/>
          </a:bodyPr>
          <a:lstStyle/>
          <a:p>
            <a:pPr marL="0" lvl="0" indent="0" algn="ctr">
              <a:lnSpc>
                <a:spcPts val="4480"/>
              </a:lnSpc>
              <a:spcBef>
                <a:spcPct val="0"/>
              </a:spcBef>
            </a:pPr>
            <a:r>
              <a:rPr lang="en-US" sz="2800" b="1" spc="140">
                <a:solidFill>
                  <a:srgbClr val="000000"/>
                </a:solidFill>
                <a:latin typeface="Noto Sans JP Heavy"/>
                <a:ea typeface="Noto Sans JP Heavy"/>
                <a:cs typeface="Noto Sans JP Heavy"/>
                <a:sym typeface="Noto Sans JP Heavy"/>
              </a:rPr>
              <a:t>まとめ</a:t>
            </a:r>
          </a:p>
        </p:txBody>
      </p:sp>
      <p:grpSp>
        <p:nvGrpSpPr>
          <p:cNvPr id="34" name="Group 34"/>
          <p:cNvGrpSpPr/>
          <p:nvPr/>
        </p:nvGrpSpPr>
        <p:grpSpPr>
          <a:xfrm>
            <a:off x="13847897" y="6247091"/>
            <a:ext cx="932414" cy="932414"/>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ja-JP" altLang="en-US"/>
            </a:p>
          </p:txBody>
        </p:sp>
        <p:sp>
          <p:nvSpPr>
            <p:cNvPr id="36" name="TextBox 3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37" name="TextBox 37"/>
          <p:cNvSpPr txBox="1"/>
          <p:nvPr/>
        </p:nvSpPr>
        <p:spPr>
          <a:xfrm>
            <a:off x="13920489" y="6415484"/>
            <a:ext cx="787230" cy="538479"/>
          </a:xfrm>
          <a:prstGeom prst="rect">
            <a:avLst/>
          </a:prstGeom>
        </p:spPr>
        <p:txBody>
          <a:bodyPr lIns="0" tIns="0" rIns="0" bIns="0" rtlCol="0" anchor="t">
            <a:spAutoFit/>
          </a:bodyPr>
          <a:lstStyle/>
          <a:p>
            <a:pPr algn="ctr">
              <a:lnSpc>
                <a:spcPts val="3920"/>
              </a:lnSpc>
            </a:pPr>
            <a:r>
              <a:rPr lang="en-US" sz="2800" b="1">
                <a:solidFill>
                  <a:srgbClr val="FFFFFF"/>
                </a:solidFill>
                <a:latin typeface="Futura Ultra-Bold"/>
                <a:ea typeface="Futura Ultra-Bold"/>
                <a:cs typeface="Futura Ultra-Bold"/>
                <a:sym typeface="Futura Ultra-Bold"/>
              </a:rPr>
              <a:t>06</a:t>
            </a:r>
          </a:p>
        </p:txBody>
      </p:sp>
      <p:sp>
        <p:nvSpPr>
          <p:cNvPr id="38" name="TextBox 38"/>
          <p:cNvSpPr txBox="1"/>
          <p:nvPr/>
        </p:nvSpPr>
        <p:spPr>
          <a:xfrm>
            <a:off x="2318171" y="662861"/>
            <a:ext cx="13651656" cy="528319"/>
          </a:xfrm>
          <a:prstGeom prst="rect">
            <a:avLst/>
          </a:prstGeom>
        </p:spPr>
        <p:txBody>
          <a:bodyPr lIns="0" tIns="0" rIns="0" bIns="0" rtlCol="0" anchor="t">
            <a:spAutoFit/>
          </a:bodyPr>
          <a:lstStyle/>
          <a:p>
            <a:pPr algn="ctr">
              <a:lnSpc>
                <a:spcPts val="4480"/>
              </a:lnSpc>
            </a:pPr>
            <a:r>
              <a:rPr lang="en-US" sz="3200" b="1" spc="160" dirty="0">
                <a:solidFill>
                  <a:srgbClr val="000000"/>
                </a:solidFill>
                <a:latin typeface="Noto Sans JP Heavy"/>
                <a:ea typeface="Noto Sans JP Heavy"/>
                <a:cs typeface="Noto Sans JP Heavy"/>
                <a:sym typeface="Noto Sans JP Heavy"/>
              </a:rPr>
              <a:t>[ </a:t>
            </a:r>
            <a:r>
              <a:rPr lang="en-US" sz="3200" b="1" spc="160" dirty="0" err="1">
                <a:solidFill>
                  <a:srgbClr val="000000"/>
                </a:solidFill>
                <a:latin typeface="Noto Sans JP Heavy"/>
                <a:ea typeface="Noto Sans JP Heavy"/>
                <a:cs typeface="Noto Sans JP Heavy"/>
                <a:sym typeface="Noto Sans JP Heavy"/>
              </a:rPr>
              <a:t>目次</a:t>
            </a:r>
            <a:r>
              <a:rPr lang="en-US" sz="3200" b="1" spc="160" dirty="0">
                <a:solidFill>
                  <a:srgbClr val="000000"/>
                </a:solidFill>
                <a:latin typeface="Noto Sans JP Heavy"/>
                <a:ea typeface="Noto Sans JP Heavy"/>
                <a:cs typeface="Noto Sans JP Heavy"/>
                <a:sym typeface="Noto Sans JP Heavy"/>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428625" y="320129"/>
            <a:ext cx="17430750" cy="9538246"/>
          </a:xfrm>
          <a:prstGeom prst="rect">
            <a:avLst/>
          </a:prstGeom>
        </p:spPr>
        <p:txBody>
          <a:bodyPr lIns="50800" tIns="50800" rIns="50800" bIns="50800" rtlCol="0" anchor="ctr"/>
          <a:lstStyle/>
          <a:p>
            <a:pPr algn="ctr">
              <a:lnSpc>
                <a:spcPts val="2659"/>
              </a:lnSpc>
              <a:spcBef>
                <a:spcPct val="0"/>
              </a:spcBef>
            </a:pPr>
            <a:endParaRPr/>
          </a:p>
        </p:txBody>
      </p:sp>
      <p:sp>
        <p:nvSpPr>
          <p:cNvPr id="7" name="AutoShape 7"/>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8" name="TextBox 8"/>
          <p:cNvSpPr txBox="1"/>
          <p:nvPr/>
        </p:nvSpPr>
        <p:spPr>
          <a:xfrm>
            <a:off x="2318170" y="630445"/>
            <a:ext cx="13651656" cy="528319"/>
          </a:xfrm>
          <a:prstGeom prst="rect">
            <a:avLst/>
          </a:prstGeom>
        </p:spPr>
        <p:txBody>
          <a:bodyPr lIns="0" tIns="0" rIns="0" bIns="0" rtlCol="0" anchor="t">
            <a:spAutoFit/>
          </a:bodyPr>
          <a:lstStyle/>
          <a:p>
            <a:pPr algn="ctr">
              <a:lnSpc>
                <a:spcPts val="4480"/>
              </a:lnSpc>
            </a:pPr>
            <a:r>
              <a:rPr lang="en-US" sz="3200" b="1" spc="160" dirty="0">
                <a:solidFill>
                  <a:srgbClr val="000000"/>
                </a:solidFill>
                <a:latin typeface="Noto Sans JP Heavy"/>
                <a:ea typeface="Noto Sans JP Heavy"/>
                <a:cs typeface="Noto Sans JP Heavy"/>
                <a:sym typeface="Noto Sans JP Heavy"/>
              </a:rPr>
              <a:t>[ </a:t>
            </a:r>
            <a:r>
              <a:rPr lang="en-US" sz="3200" b="1" spc="160" dirty="0" err="1">
                <a:solidFill>
                  <a:srgbClr val="000000"/>
                </a:solidFill>
                <a:latin typeface="Noto Sans JP Heavy"/>
                <a:ea typeface="Noto Sans JP Heavy"/>
                <a:cs typeface="Noto Sans JP Heavy"/>
                <a:sym typeface="Noto Sans JP Heavy"/>
              </a:rPr>
              <a:t>グラフと図の効果的な使用法</a:t>
            </a:r>
            <a:r>
              <a:rPr lang="en-US" sz="3200" b="1" spc="160" dirty="0">
                <a:solidFill>
                  <a:srgbClr val="000000"/>
                </a:solidFill>
                <a:latin typeface="Noto Sans JP Heavy"/>
                <a:ea typeface="Noto Sans JP Heavy"/>
                <a:cs typeface="Noto Sans JP Heavy"/>
                <a:sym typeface="Noto Sans JP Heavy"/>
              </a:rPr>
              <a:t> ]</a:t>
            </a:r>
          </a:p>
        </p:txBody>
      </p:sp>
      <p:sp>
        <p:nvSpPr>
          <p:cNvPr id="9" name="TextBox 9"/>
          <p:cNvSpPr txBox="1"/>
          <p:nvPr/>
        </p:nvSpPr>
        <p:spPr>
          <a:xfrm>
            <a:off x="1923971" y="2379154"/>
            <a:ext cx="14440059" cy="1224911"/>
          </a:xfrm>
          <a:prstGeom prst="rect">
            <a:avLst/>
          </a:prstGeom>
        </p:spPr>
        <p:txBody>
          <a:bodyPr lIns="0" tIns="0" rIns="0" bIns="0" rtlCol="0" anchor="t">
            <a:spAutoFit/>
          </a:bodyPr>
          <a:lstStyle/>
          <a:p>
            <a:pPr marL="0" lvl="0" indent="0" algn="ctr">
              <a:lnSpc>
                <a:spcPts val="5040"/>
              </a:lnSpc>
              <a:spcBef>
                <a:spcPct val="0"/>
              </a:spcBef>
            </a:pPr>
            <a:r>
              <a:rPr lang="en-US" sz="2800" u="none" strike="noStrike">
                <a:solidFill>
                  <a:srgbClr val="000000"/>
                </a:solidFill>
                <a:latin typeface="Noto Sans JP"/>
                <a:ea typeface="Noto Sans JP"/>
                <a:cs typeface="Noto Sans JP"/>
                <a:sym typeface="Noto Sans JP"/>
              </a:rPr>
              <a:t>伝えたい情報の種類に合わせて適切な図やグラフを選ぶ。</a:t>
            </a:r>
          </a:p>
          <a:p>
            <a:pPr marL="0" lvl="0" indent="0" algn="ctr">
              <a:lnSpc>
                <a:spcPts val="5040"/>
              </a:lnSpc>
              <a:spcBef>
                <a:spcPct val="0"/>
              </a:spcBef>
            </a:pPr>
            <a:r>
              <a:rPr lang="en-US" sz="2800" u="none" strike="noStrike">
                <a:solidFill>
                  <a:srgbClr val="000000"/>
                </a:solidFill>
                <a:latin typeface="Noto Sans JP"/>
                <a:ea typeface="Noto Sans JP"/>
                <a:cs typeface="Noto Sans JP"/>
                <a:sym typeface="Noto Sans JP"/>
              </a:rPr>
              <a:t>要点を強調することで分かりやすさを保つ。</a:t>
            </a:r>
          </a:p>
        </p:txBody>
      </p:sp>
      <p:grpSp>
        <p:nvGrpSpPr>
          <p:cNvPr id="10" name="Group 10"/>
          <p:cNvGrpSpPr/>
          <p:nvPr/>
        </p:nvGrpSpPr>
        <p:grpSpPr>
          <a:xfrm>
            <a:off x="2276187" y="4338658"/>
            <a:ext cx="4253125" cy="4467634"/>
            <a:chOff x="0" y="0"/>
            <a:chExt cx="1120165" cy="1176661"/>
          </a:xfrm>
        </p:grpSpPr>
        <p:sp>
          <p:nvSpPr>
            <p:cNvPr id="11" name="Freeform 11"/>
            <p:cNvSpPr/>
            <p:nvPr/>
          </p:nvSpPr>
          <p:spPr>
            <a:xfrm>
              <a:off x="0" y="0"/>
              <a:ext cx="1120164" cy="1176661"/>
            </a:xfrm>
            <a:custGeom>
              <a:avLst/>
              <a:gdLst/>
              <a:ahLst/>
              <a:cxnLst/>
              <a:rect l="l" t="t" r="r" b="b"/>
              <a:pathLst>
                <a:path w="1120164" h="1176661">
                  <a:moveTo>
                    <a:pt x="18203" y="0"/>
                  </a:moveTo>
                  <a:lnTo>
                    <a:pt x="1101962" y="0"/>
                  </a:lnTo>
                  <a:cubicBezTo>
                    <a:pt x="1106789" y="0"/>
                    <a:pt x="1111419" y="1918"/>
                    <a:pt x="1114833" y="5332"/>
                  </a:cubicBezTo>
                  <a:cubicBezTo>
                    <a:pt x="1118247" y="8745"/>
                    <a:pt x="1120164" y="13375"/>
                    <a:pt x="1120164" y="18203"/>
                  </a:cubicBezTo>
                  <a:lnTo>
                    <a:pt x="1120164" y="1158458"/>
                  </a:lnTo>
                  <a:cubicBezTo>
                    <a:pt x="1120164" y="1163286"/>
                    <a:pt x="1118247" y="1167916"/>
                    <a:pt x="1114833" y="1171329"/>
                  </a:cubicBezTo>
                  <a:cubicBezTo>
                    <a:pt x="1111419" y="1174743"/>
                    <a:pt x="1106789" y="1176661"/>
                    <a:pt x="1101962" y="1176661"/>
                  </a:cubicBezTo>
                  <a:lnTo>
                    <a:pt x="18203" y="1176661"/>
                  </a:lnTo>
                  <a:cubicBezTo>
                    <a:pt x="13375" y="1176661"/>
                    <a:pt x="8745" y="1174743"/>
                    <a:pt x="5332" y="1171329"/>
                  </a:cubicBezTo>
                  <a:cubicBezTo>
                    <a:pt x="1918" y="1167916"/>
                    <a:pt x="0" y="1163286"/>
                    <a:pt x="0" y="1158458"/>
                  </a:cubicBezTo>
                  <a:lnTo>
                    <a:pt x="0" y="18203"/>
                  </a:lnTo>
                  <a:cubicBezTo>
                    <a:pt x="0" y="13375"/>
                    <a:pt x="1918" y="8745"/>
                    <a:pt x="5332" y="5332"/>
                  </a:cubicBezTo>
                  <a:cubicBezTo>
                    <a:pt x="8745" y="1918"/>
                    <a:pt x="13375" y="0"/>
                    <a:pt x="18203" y="0"/>
                  </a:cubicBezTo>
                  <a:close/>
                </a:path>
              </a:pathLst>
            </a:custGeom>
            <a:solidFill>
              <a:srgbClr val="FFFFFF"/>
            </a:solidFill>
            <a:ln w="9525" cap="sq">
              <a:solidFill>
                <a:srgbClr val="A6A6A6"/>
              </a:solidFill>
              <a:prstDash val="solid"/>
              <a:miter/>
            </a:ln>
          </p:spPr>
          <p:txBody>
            <a:bodyPr/>
            <a:lstStyle/>
            <a:p>
              <a:endParaRPr lang="ja-JP" altLang="en-US"/>
            </a:p>
          </p:txBody>
        </p:sp>
        <p:sp>
          <p:nvSpPr>
            <p:cNvPr id="12" name="TextBox 12"/>
            <p:cNvSpPr txBox="1"/>
            <p:nvPr/>
          </p:nvSpPr>
          <p:spPr>
            <a:xfrm>
              <a:off x="0" y="-28575"/>
              <a:ext cx="1120165" cy="1205236"/>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3706649" y="4970248"/>
            <a:ext cx="1392202" cy="1670107"/>
          </a:xfrm>
          <a:custGeom>
            <a:avLst/>
            <a:gdLst/>
            <a:ahLst/>
            <a:cxnLst/>
            <a:rect l="l" t="t" r="r" b="b"/>
            <a:pathLst>
              <a:path w="1392202" h="1670107">
                <a:moveTo>
                  <a:pt x="0" y="0"/>
                </a:moveTo>
                <a:lnTo>
                  <a:pt x="1392201" y="0"/>
                </a:lnTo>
                <a:lnTo>
                  <a:pt x="1392201" y="1670107"/>
                </a:lnTo>
                <a:lnTo>
                  <a:pt x="0" y="16701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ja-JP" altLang="en-US"/>
          </a:p>
        </p:txBody>
      </p:sp>
      <p:sp>
        <p:nvSpPr>
          <p:cNvPr id="14" name="TextBox 14"/>
          <p:cNvSpPr txBox="1"/>
          <p:nvPr/>
        </p:nvSpPr>
        <p:spPr>
          <a:xfrm>
            <a:off x="2807301" y="7058250"/>
            <a:ext cx="3190897"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グラフによる</a:t>
            </a:r>
          </a:p>
          <a:p>
            <a:pPr algn="ctr">
              <a:lnSpc>
                <a:spcPts val="4480"/>
              </a:lnSpc>
            </a:pPr>
            <a:r>
              <a:rPr lang="en-US" sz="2800" b="1" spc="140">
                <a:solidFill>
                  <a:srgbClr val="000000"/>
                </a:solidFill>
                <a:latin typeface="Noto Sans JP Heavy"/>
                <a:ea typeface="Noto Sans JP Heavy"/>
                <a:cs typeface="Noto Sans JP Heavy"/>
                <a:sym typeface="Noto Sans JP Heavy"/>
              </a:rPr>
              <a:t>変化の視覚化</a:t>
            </a:r>
          </a:p>
        </p:txBody>
      </p:sp>
      <p:grpSp>
        <p:nvGrpSpPr>
          <p:cNvPr id="15" name="Group 15"/>
          <p:cNvGrpSpPr/>
          <p:nvPr/>
        </p:nvGrpSpPr>
        <p:grpSpPr>
          <a:xfrm>
            <a:off x="7017438" y="4338658"/>
            <a:ext cx="4253125" cy="4467634"/>
            <a:chOff x="0" y="0"/>
            <a:chExt cx="1120165" cy="1176661"/>
          </a:xfrm>
        </p:grpSpPr>
        <p:sp>
          <p:nvSpPr>
            <p:cNvPr id="16" name="Freeform 16"/>
            <p:cNvSpPr/>
            <p:nvPr/>
          </p:nvSpPr>
          <p:spPr>
            <a:xfrm>
              <a:off x="0" y="0"/>
              <a:ext cx="1120164" cy="1176661"/>
            </a:xfrm>
            <a:custGeom>
              <a:avLst/>
              <a:gdLst/>
              <a:ahLst/>
              <a:cxnLst/>
              <a:rect l="l" t="t" r="r" b="b"/>
              <a:pathLst>
                <a:path w="1120164" h="1176661">
                  <a:moveTo>
                    <a:pt x="18203" y="0"/>
                  </a:moveTo>
                  <a:lnTo>
                    <a:pt x="1101962" y="0"/>
                  </a:lnTo>
                  <a:cubicBezTo>
                    <a:pt x="1106789" y="0"/>
                    <a:pt x="1111419" y="1918"/>
                    <a:pt x="1114833" y="5332"/>
                  </a:cubicBezTo>
                  <a:cubicBezTo>
                    <a:pt x="1118247" y="8745"/>
                    <a:pt x="1120164" y="13375"/>
                    <a:pt x="1120164" y="18203"/>
                  </a:cubicBezTo>
                  <a:lnTo>
                    <a:pt x="1120164" y="1158458"/>
                  </a:lnTo>
                  <a:cubicBezTo>
                    <a:pt x="1120164" y="1163286"/>
                    <a:pt x="1118247" y="1167916"/>
                    <a:pt x="1114833" y="1171329"/>
                  </a:cubicBezTo>
                  <a:cubicBezTo>
                    <a:pt x="1111419" y="1174743"/>
                    <a:pt x="1106789" y="1176661"/>
                    <a:pt x="1101962" y="1176661"/>
                  </a:cubicBezTo>
                  <a:lnTo>
                    <a:pt x="18203" y="1176661"/>
                  </a:lnTo>
                  <a:cubicBezTo>
                    <a:pt x="13375" y="1176661"/>
                    <a:pt x="8745" y="1174743"/>
                    <a:pt x="5332" y="1171329"/>
                  </a:cubicBezTo>
                  <a:cubicBezTo>
                    <a:pt x="1918" y="1167916"/>
                    <a:pt x="0" y="1163286"/>
                    <a:pt x="0" y="1158458"/>
                  </a:cubicBezTo>
                  <a:lnTo>
                    <a:pt x="0" y="18203"/>
                  </a:lnTo>
                  <a:cubicBezTo>
                    <a:pt x="0" y="13375"/>
                    <a:pt x="1918" y="8745"/>
                    <a:pt x="5332" y="5332"/>
                  </a:cubicBezTo>
                  <a:cubicBezTo>
                    <a:pt x="8745" y="1918"/>
                    <a:pt x="13375" y="0"/>
                    <a:pt x="18203" y="0"/>
                  </a:cubicBezTo>
                  <a:close/>
                </a:path>
              </a:pathLst>
            </a:custGeom>
            <a:solidFill>
              <a:srgbClr val="FFFFFF"/>
            </a:solidFill>
            <a:ln w="9525" cap="sq">
              <a:solidFill>
                <a:srgbClr val="A6A6A6"/>
              </a:solidFill>
              <a:prstDash val="solid"/>
              <a:miter/>
            </a:ln>
          </p:spPr>
          <p:txBody>
            <a:bodyPr/>
            <a:lstStyle/>
            <a:p>
              <a:endParaRPr lang="ja-JP" altLang="en-US"/>
            </a:p>
          </p:txBody>
        </p:sp>
        <p:sp>
          <p:nvSpPr>
            <p:cNvPr id="17" name="TextBox 17"/>
            <p:cNvSpPr txBox="1"/>
            <p:nvPr/>
          </p:nvSpPr>
          <p:spPr>
            <a:xfrm>
              <a:off x="0" y="-28575"/>
              <a:ext cx="1120165" cy="1205236"/>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8350501" y="5011803"/>
            <a:ext cx="1586997" cy="1586997"/>
          </a:xfrm>
          <a:custGeom>
            <a:avLst/>
            <a:gdLst/>
            <a:ahLst/>
            <a:cxnLst/>
            <a:rect l="l" t="t" r="r" b="b"/>
            <a:pathLst>
              <a:path w="1586997" h="1586997">
                <a:moveTo>
                  <a:pt x="0" y="0"/>
                </a:moveTo>
                <a:lnTo>
                  <a:pt x="1586998" y="0"/>
                </a:lnTo>
                <a:lnTo>
                  <a:pt x="1586998" y="1586997"/>
                </a:lnTo>
                <a:lnTo>
                  <a:pt x="0" y="15869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ja-JP" altLang="en-US"/>
          </a:p>
        </p:txBody>
      </p:sp>
      <p:sp>
        <p:nvSpPr>
          <p:cNvPr id="19" name="TextBox 19"/>
          <p:cNvSpPr txBox="1"/>
          <p:nvPr/>
        </p:nvSpPr>
        <p:spPr>
          <a:xfrm>
            <a:off x="7548552" y="7058250"/>
            <a:ext cx="3190897"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視覚的な</a:t>
            </a:r>
          </a:p>
          <a:p>
            <a:pPr algn="ctr">
              <a:lnSpc>
                <a:spcPts val="4480"/>
              </a:lnSpc>
            </a:pPr>
            <a:r>
              <a:rPr lang="en-US" sz="2800" b="1" spc="140">
                <a:solidFill>
                  <a:srgbClr val="000000"/>
                </a:solidFill>
                <a:latin typeface="Noto Sans JP Heavy"/>
                <a:ea typeface="Noto Sans JP Heavy"/>
                <a:cs typeface="Noto Sans JP Heavy"/>
                <a:sym typeface="Noto Sans JP Heavy"/>
              </a:rPr>
              <a:t>分かりやすさ</a:t>
            </a:r>
          </a:p>
        </p:txBody>
      </p:sp>
      <p:grpSp>
        <p:nvGrpSpPr>
          <p:cNvPr id="20" name="Group 20"/>
          <p:cNvGrpSpPr/>
          <p:nvPr/>
        </p:nvGrpSpPr>
        <p:grpSpPr>
          <a:xfrm>
            <a:off x="11758688" y="4338658"/>
            <a:ext cx="4253125" cy="4467634"/>
            <a:chOff x="0" y="0"/>
            <a:chExt cx="1120165" cy="1176661"/>
          </a:xfrm>
        </p:grpSpPr>
        <p:sp>
          <p:nvSpPr>
            <p:cNvPr id="21" name="Freeform 21"/>
            <p:cNvSpPr/>
            <p:nvPr/>
          </p:nvSpPr>
          <p:spPr>
            <a:xfrm>
              <a:off x="0" y="0"/>
              <a:ext cx="1120164" cy="1176661"/>
            </a:xfrm>
            <a:custGeom>
              <a:avLst/>
              <a:gdLst/>
              <a:ahLst/>
              <a:cxnLst/>
              <a:rect l="l" t="t" r="r" b="b"/>
              <a:pathLst>
                <a:path w="1120164" h="1176661">
                  <a:moveTo>
                    <a:pt x="18203" y="0"/>
                  </a:moveTo>
                  <a:lnTo>
                    <a:pt x="1101962" y="0"/>
                  </a:lnTo>
                  <a:cubicBezTo>
                    <a:pt x="1106789" y="0"/>
                    <a:pt x="1111419" y="1918"/>
                    <a:pt x="1114833" y="5332"/>
                  </a:cubicBezTo>
                  <a:cubicBezTo>
                    <a:pt x="1118247" y="8745"/>
                    <a:pt x="1120164" y="13375"/>
                    <a:pt x="1120164" y="18203"/>
                  </a:cubicBezTo>
                  <a:lnTo>
                    <a:pt x="1120164" y="1158458"/>
                  </a:lnTo>
                  <a:cubicBezTo>
                    <a:pt x="1120164" y="1163286"/>
                    <a:pt x="1118247" y="1167916"/>
                    <a:pt x="1114833" y="1171329"/>
                  </a:cubicBezTo>
                  <a:cubicBezTo>
                    <a:pt x="1111419" y="1174743"/>
                    <a:pt x="1106789" y="1176661"/>
                    <a:pt x="1101962" y="1176661"/>
                  </a:cubicBezTo>
                  <a:lnTo>
                    <a:pt x="18203" y="1176661"/>
                  </a:lnTo>
                  <a:cubicBezTo>
                    <a:pt x="13375" y="1176661"/>
                    <a:pt x="8745" y="1174743"/>
                    <a:pt x="5332" y="1171329"/>
                  </a:cubicBezTo>
                  <a:cubicBezTo>
                    <a:pt x="1918" y="1167916"/>
                    <a:pt x="0" y="1163286"/>
                    <a:pt x="0" y="1158458"/>
                  </a:cubicBezTo>
                  <a:lnTo>
                    <a:pt x="0" y="18203"/>
                  </a:lnTo>
                  <a:cubicBezTo>
                    <a:pt x="0" y="13375"/>
                    <a:pt x="1918" y="8745"/>
                    <a:pt x="5332" y="5332"/>
                  </a:cubicBezTo>
                  <a:cubicBezTo>
                    <a:pt x="8745" y="1918"/>
                    <a:pt x="13375" y="0"/>
                    <a:pt x="18203" y="0"/>
                  </a:cubicBezTo>
                  <a:close/>
                </a:path>
              </a:pathLst>
            </a:custGeom>
            <a:solidFill>
              <a:srgbClr val="FFFFFF"/>
            </a:solidFill>
            <a:ln w="9525" cap="sq">
              <a:solidFill>
                <a:srgbClr val="A6A6A6"/>
              </a:solidFill>
              <a:prstDash val="solid"/>
              <a:miter/>
            </a:ln>
          </p:spPr>
          <p:txBody>
            <a:bodyPr/>
            <a:lstStyle/>
            <a:p>
              <a:endParaRPr lang="ja-JP" altLang="en-US"/>
            </a:p>
          </p:txBody>
        </p:sp>
        <p:sp>
          <p:nvSpPr>
            <p:cNvPr id="22" name="TextBox 22"/>
            <p:cNvSpPr txBox="1"/>
            <p:nvPr/>
          </p:nvSpPr>
          <p:spPr>
            <a:xfrm>
              <a:off x="0" y="-28575"/>
              <a:ext cx="1120165" cy="1205236"/>
            </a:xfrm>
            <a:prstGeom prst="rect">
              <a:avLst/>
            </a:prstGeom>
          </p:spPr>
          <p:txBody>
            <a:bodyPr lIns="50800" tIns="50800" rIns="50800" bIns="50800" rtlCol="0" anchor="ctr"/>
            <a:lstStyle/>
            <a:p>
              <a:pPr algn="ctr">
                <a:lnSpc>
                  <a:spcPts val="2659"/>
                </a:lnSpc>
              </a:pPr>
              <a:endParaRPr/>
            </a:p>
          </p:txBody>
        </p:sp>
      </p:grpSp>
      <p:sp>
        <p:nvSpPr>
          <p:cNvPr id="23" name="Freeform 23"/>
          <p:cNvSpPr/>
          <p:nvPr/>
        </p:nvSpPr>
        <p:spPr>
          <a:xfrm>
            <a:off x="13077787" y="5011803"/>
            <a:ext cx="1614928" cy="1586997"/>
          </a:xfrm>
          <a:custGeom>
            <a:avLst/>
            <a:gdLst/>
            <a:ahLst/>
            <a:cxnLst/>
            <a:rect l="l" t="t" r="r" b="b"/>
            <a:pathLst>
              <a:path w="1614928" h="1586997">
                <a:moveTo>
                  <a:pt x="0" y="0"/>
                </a:moveTo>
                <a:lnTo>
                  <a:pt x="1614928" y="0"/>
                </a:lnTo>
                <a:lnTo>
                  <a:pt x="1614928" y="1586997"/>
                </a:lnTo>
                <a:lnTo>
                  <a:pt x="0" y="15869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ja-JP" altLang="en-US"/>
          </a:p>
        </p:txBody>
      </p:sp>
      <p:sp>
        <p:nvSpPr>
          <p:cNvPr id="24" name="TextBox 24"/>
          <p:cNvSpPr txBox="1"/>
          <p:nvPr/>
        </p:nvSpPr>
        <p:spPr>
          <a:xfrm>
            <a:off x="12289802" y="7058250"/>
            <a:ext cx="3190897"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視覚的な</a:t>
            </a:r>
          </a:p>
          <a:p>
            <a:pPr algn="ctr">
              <a:lnSpc>
                <a:spcPts val="4480"/>
              </a:lnSpc>
            </a:pPr>
            <a:r>
              <a:rPr lang="en-US" sz="2800" b="1" spc="140">
                <a:solidFill>
                  <a:srgbClr val="000000"/>
                </a:solidFill>
                <a:latin typeface="Noto Sans JP Heavy"/>
                <a:ea typeface="Noto Sans JP Heavy"/>
                <a:cs typeface="Noto Sans JP Heavy"/>
                <a:sym typeface="Noto Sans JP Heavy"/>
              </a:rPr>
              <a:t>資料作り</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8" name="TextBox 8"/>
          <p:cNvSpPr txBox="1"/>
          <p:nvPr/>
        </p:nvSpPr>
        <p:spPr>
          <a:xfrm>
            <a:off x="2318172" y="716382"/>
            <a:ext cx="13651656" cy="528319"/>
          </a:xfrm>
          <a:prstGeom prst="rect">
            <a:avLst/>
          </a:prstGeom>
        </p:spPr>
        <p:txBody>
          <a:bodyPr lIns="0" tIns="0" rIns="0" bIns="0" rtlCol="0" anchor="t">
            <a:spAutoFit/>
          </a:bodyPr>
          <a:lstStyle/>
          <a:p>
            <a:pPr algn="ctr">
              <a:lnSpc>
                <a:spcPts val="4480"/>
              </a:lnSpc>
            </a:pPr>
            <a:r>
              <a:rPr lang="en-US" sz="3200" b="1" spc="160" dirty="0">
                <a:solidFill>
                  <a:srgbClr val="000000"/>
                </a:solidFill>
                <a:latin typeface="Noto Sans JP Heavy"/>
                <a:ea typeface="Noto Sans JP Heavy"/>
                <a:cs typeface="Noto Sans JP Heavy"/>
                <a:sym typeface="Noto Sans JP Heavy"/>
              </a:rPr>
              <a:t>[ </a:t>
            </a:r>
            <a:r>
              <a:rPr lang="en-US" sz="3200" b="1" spc="160" dirty="0" err="1">
                <a:solidFill>
                  <a:srgbClr val="000000"/>
                </a:solidFill>
                <a:latin typeface="Noto Sans JP Heavy"/>
                <a:ea typeface="Noto Sans JP Heavy"/>
                <a:cs typeface="Noto Sans JP Heavy"/>
                <a:sym typeface="Noto Sans JP Heavy"/>
              </a:rPr>
              <a:t>図解で伝えるグラフ</a:t>
            </a:r>
            <a:r>
              <a:rPr lang="en-US" sz="3200" b="1" spc="160" dirty="0">
                <a:solidFill>
                  <a:srgbClr val="000000"/>
                </a:solidFill>
                <a:latin typeface="Noto Sans JP Heavy"/>
                <a:ea typeface="Noto Sans JP Heavy"/>
                <a:cs typeface="Noto Sans JP Heavy"/>
                <a:sym typeface="Noto Sans JP Heavy"/>
              </a:rPr>
              <a:t> 1 ]</a:t>
            </a:r>
          </a:p>
        </p:txBody>
      </p:sp>
      <p:sp>
        <p:nvSpPr>
          <p:cNvPr id="9" name="TextBox 9"/>
          <p:cNvSpPr txBox="1"/>
          <p:nvPr/>
        </p:nvSpPr>
        <p:spPr>
          <a:xfrm>
            <a:off x="1923971" y="5566477"/>
            <a:ext cx="5998380" cy="2501261"/>
          </a:xfrm>
          <a:prstGeom prst="rect">
            <a:avLst/>
          </a:prstGeom>
        </p:spPr>
        <p:txBody>
          <a:bodyPr lIns="0" tIns="0" rIns="0" bIns="0" rtlCol="0" anchor="t">
            <a:spAutoFit/>
          </a:bodyPr>
          <a:lstStyle/>
          <a:p>
            <a:pPr marL="0" lvl="0" indent="0" algn="l">
              <a:lnSpc>
                <a:spcPts val="5040"/>
              </a:lnSpc>
              <a:spcBef>
                <a:spcPct val="0"/>
              </a:spcBef>
            </a:pPr>
            <a:r>
              <a:rPr lang="en-US" sz="2800" u="none" strike="noStrike">
                <a:solidFill>
                  <a:srgbClr val="000000"/>
                </a:solidFill>
                <a:latin typeface="Noto Sans JP"/>
                <a:ea typeface="Noto Sans JP"/>
                <a:cs typeface="Noto Sans JP"/>
                <a:sym typeface="Noto Sans JP"/>
              </a:rPr>
              <a:t>たとえば、月ごとの売上高や、各部門のパフォーマンスなど、数値が異なる複数の要素を比較する際に役立ちます。</a:t>
            </a:r>
          </a:p>
        </p:txBody>
      </p:sp>
      <p:sp>
        <p:nvSpPr>
          <p:cNvPr id="10" name="TextBox 10"/>
          <p:cNvSpPr txBox="1"/>
          <p:nvPr/>
        </p:nvSpPr>
        <p:spPr>
          <a:xfrm>
            <a:off x="1923971" y="3913468"/>
            <a:ext cx="5998380" cy="1407793"/>
          </a:xfrm>
          <a:prstGeom prst="rect">
            <a:avLst/>
          </a:prstGeom>
        </p:spPr>
        <p:txBody>
          <a:bodyPr lIns="0" tIns="0" rIns="0" bIns="0" rtlCol="0" anchor="t">
            <a:spAutoFit/>
          </a:bodyPr>
          <a:lstStyle/>
          <a:p>
            <a:pPr algn="l">
              <a:lnSpc>
                <a:spcPts val="5760"/>
              </a:lnSpc>
            </a:pPr>
            <a:r>
              <a:rPr lang="en-US" sz="3600" b="1" spc="180" dirty="0" err="1">
                <a:solidFill>
                  <a:srgbClr val="000000"/>
                </a:solidFill>
                <a:latin typeface="Noto Sans JP Heavy"/>
                <a:ea typeface="Noto Sans JP Heavy"/>
                <a:cs typeface="Noto Sans JP Heavy"/>
                <a:sym typeface="Noto Sans JP Heavy"/>
              </a:rPr>
              <a:t>異なるグループのデータを比較したい場合に最適</a:t>
            </a:r>
            <a:endParaRPr lang="en-US" sz="3600" b="1" spc="180" dirty="0">
              <a:solidFill>
                <a:srgbClr val="000000"/>
              </a:solidFill>
              <a:latin typeface="Noto Sans JP Heavy"/>
              <a:ea typeface="Noto Sans JP Heavy"/>
              <a:cs typeface="Noto Sans JP Heavy"/>
              <a:sym typeface="Noto Sans JP Heavy"/>
            </a:endParaRPr>
          </a:p>
        </p:txBody>
      </p:sp>
      <p:sp>
        <p:nvSpPr>
          <p:cNvPr id="11" name="TextBox 11"/>
          <p:cNvSpPr txBox="1"/>
          <p:nvPr/>
        </p:nvSpPr>
        <p:spPr>
          <a:xfrm>
            <a:off x="2012904" y="3211192"/>
            <a:ext cx="5820513" cy="396904"/>
          </a:xfrm>
          <a:prstGeom prst="rect">
            <a:avLst/>
          </a:prstGeom>
        </p:spPr>
        <p:txBody>
          <a:bodyPr lIns="0" tIns="0" rIns="0" bIns="0" rtlCol="0" anchor="t">
            <a:spAutoFit/>
          </a:bodyPr>
          <a:lstStyle/>
          <a:p>
            <a:pPr algn="l">
              <a:lnSpc>
                <a:spcPts val="3360"/>
              </a:lnSpc>
            </a:pPr>
            <a:r>
              <a:rPr lang="en-US" sz="2100" b="1" spc="105" dirty="0" err="1">
                <a:latin typeface="Noto Sans JP Heavy"/>
                <a:ea typeface="Noto Sans JP Heavy"/>
                <a:cs typeface="Noto Sans JP Heavy"/>
                <a:sym typeface="Noto Sans JP Heavy"/>
              </a:rPr>
              <a:t>棒グラフの特徴</a:t>
            </a:r>
            <a:endParaRPr lang="en-US" sz="2100" b="1" spc="105" dirty="0">
              <a:latin typeface="Noto Sans JP Heavy"/>
              <a:ea typeface="Noto Sans JP Heavy"/>
              <a:cs typeface="Noto Sans JP Heavy"/>
              <a:sym typeface="Noto Sans JP Heavy"/>
            </a:endParaRPr>
          </a:p>
        </p:txBody>
      </p:sp>
      <p:sp>
        <p:nvSpPr>
          <p:cNvPr id="12" name="TextBox 12"/>
          <p:cNvSpPr txBox="1"/>
          <p:nvPr/>
        </p:nvSpPr>
        <p:spPr>
          <a:xfrm>
            <a:off x="9930838" y="8785860"/>
            <a:ext cx="6806012" cy="386715"/>
          </a:xfrm>
          <a:prstGeom prst="rect">
            <a:avLst/>
          </a:prstGeom>
        </p:spPr>
        <p:txBody>
          <a:bodyPr lIns="0" tIns="0" rIns="0" bIns="0" rtlCol="0" anchor="t">
            <a:spAutoFit/>
          </a:bodyPr>
          <a:lstStyle/>
          <a:p>
            <a:pPr algn="r">
              <a:lnSpc>
                <a:spcPts val="3240"/>
              </a:lnSpc>
            </a:pPr>
            <a:r>
              <a:rPr lang="en-US" sz="1800" b="1">
                <a:solidFill>
                  <a:srgbClr val="9D9D9D"/>
                </a:solidFill>
                <a:latin typeface="Noto Sans JP Heavy"/>
                <a:ea typeface="Noto Sans JP Heavy"/>
                <a:cs typeface="Noto Sans JP Heavy"/>
                <a:sym typeface="Noto Sans JP Heavy"/>
              </a:rPr>
              <a:t>(2030年計測)</a:t>
            </a:r>
          </a:p>
        </p:txBody>
      </p:sp>
      <p:pic>
        <p:nvPicPr>
          <p:cNvPr id="13" name="Picture 13"/>
          <p:cNvPicPr>
            <a:picLocks noChangeAspect="1"/>
          </p:cNvPicPr>
          <p:nvPr/>
        </p:nvPicPr>
        <p:blipFill>
          <a:blip r:embed="rId2"/>
          <a:stretch>
            <a:fillRect/>
          </a:stretch>
        </p:blipFill>
        <p:spPr>
          <a:xfrm>
            <a:off x="8743621" y="1998060"/>
            <a:ext cx="8826580" cy="73512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8" name="TextBox 8"/>
          <p:cNvSpPr txBox="1"/>
          <p:nvPr/>
        </p:nvSpPr>
        <p:spPr>
          <a:xfrm>
            <a:off x="2318172" y="694651"/>
            <a:ext cx="13651656" cy="528319"/>
          </a:xfrm>
          <a:prstGeom prst="rect">
            <a:avLst/>
          </a:prstGeom>
        </p:spPr>
        <p:txBody>
          <a:bodyPr lIns="0" tIns="0" rIns="0" bIns="0" rtlCol="0" anchor="t">
            <a:spAutoFit/>
          </a:bodyPr>
          <a:lstStyle/>
          <a:p>
            <a:pPr algn="ctr">
              <a:lnSpc>
                <a:spcPts val="4480"/>
              </a:lnSpc>
            </a:pPr>
            <a:r>
              <a:rPr lang="en-US" sz="3200" b="1" spc="160" dirty="0">
                <a:solidFill>
                  <a:srgbClr val="000000"/>
                </a:solidFill>
                <a:latin typeface="Noto Sans JP Heavy"/>
                <a:ea typeface="Noto Sans JP Heavy"/>
                <a:cs typeface="Noto Sans JP Heavy"/>
                <a:sym typeface="Noto Sans JP Heavy"/>
              </a:rPr>
              <a:t>[ </a:t>
            </a:r>
            <a:r>
              <a:rPr lang="en-US" sz="3200" b="1" spc="160" dirty="0" err="1">
                <a:solidFill>
                  <a:srgbClr val="000000"/>
                </a:solidFill>
                <a:latin typeface="Noto Sans JP Heavy"/>
                <a:ea typeface="Noto Sans JP Heavy"/>
                <a:cs typeface="Noto Sans JP Heavy"/>
                <a:sym typeface="Noto Sans JP Heavy"/>
              </a:rPr>
              <a:t>図解で伝えるグラフ</a:t>
            </a:r>
            <a:r>
              <a:rPr lang="en-US" sz="3200" b="1" spc="160" dirty="0">
                <a:solidFill>
                  <a:srgbClr val="000000"/>
                </a:solidFill>
                <a:latin typeface="Noto Sans JP Heavy"/>
                <a:ea typeface="Noto Sans JP Heavy"/>
                <a:cs typeface="Noto Sans JP Heavy"/>
                <a:sym typeface="Noto Sans JP Heavy"/>
              </a:rPr>
              <a:t> 2 ]</a:t>
            </a:r>
          </a:p>
        </p:txBody>
      </p:sp>
      <p:sp>
        <p:nvSpPr>
          <p:cNvPr id="9" name="TextBox 9"/>
          <p:cNvSpPr txBox="1"/>
          <p:nvPr/>
        </p:nvSpPr>
        <p:spPr>
          <a:xfrm>
            <a:off x="14814106" y="8279555"/>
            <a:ext cx="1922744" cy="386715"/>
          </a:xfrm>
          <a:prstGeom prst="rect">
            <a:avLst/>
          </a:prstGeom>
        </p:spPr>
        <p:txBody>
          <a:bodyPr lIns="0" tIns="0" rIns="0" bIns="0" rtlCol="0" anchor="t">
            <a:spAutoFit/>
          </a:bodyPr>
          <a:lstStyle/>
          <a:p>
            <a:pPr algn="r">
              <a:lnSpc>
                <a:spcPts val="3240"/>
              </a:lnSpc>
            </a:pPr>
            <a:r>
              <a:rPr lang="en-US" sz="1800" b="1">
                <a:solidFill>
                  <a:srgbClr val="9D9D9D"/>
                </a:solidFill>
                <a:latin typeface="Noto Sans JP Heavy"/>
                <a:ea typeface="Noto Sans JP Heavy"/>
                <a:cs typeface="Noto Sans JP Heavy"/>
                <a:sym typeface="Noto Sans JP Heavy"/>
              </a:rPr>
              <a:t>(2030年計測)</a:t>
            </a:r>
          </a:p>
        </p:txBody>
      </p:sp>
      <p:pic>
        <p:nvPicPr>
          <p:cNvPr id="10" name="Picture 10"/>
          <p:cNvPicPr>
            <a:picLocks noChangeAspect="1"/>
          </p:cNvPicPr>
          <p:nvPr/>
        </p:nvPicPr>
        <p:blipFill>
          <a:blip r:embed="rId2"/>
          <a:stretch>
            <a:fillRect/>
          </a:stretch>
        </p:blipFill>
        <p:spPr>
          <a:xfrm>
            <a:off x="8916543" y="1959199"/>
            <a:ext cx="8662825" cy="7428973"/>
          </a:xfrm>
          <a:prstGeom prst="rect">
            <a:avLst/>
          </a:prstGeom>
        </p:spPr>
      </p:pic>
      <p:sp>
        <p:nvSpPr>
          <p:cNvPr id="11" name="TextBox 11"/>
          <p:cNvSpPr txBox="1"/>
          <p:nvPr/>
        </p:nvSpPr>
        <p:spPr>
          <a:xfrm>
            <a:off x="1923971" y="5566477"/>
            <a:ext cx="6337945" cy="2501261"/>
          </a:xfrm>
          <a:prstGeom prst="rect">
            <a:avLst/>
          </a:prstGeom>
        </p:spPr>
        <p:txBody>
          <a:bodyPr lIns="0" tIns="0" rIns="0" bIns="0" rtlCol="0" anchor="t">
            <a:spAutoFit/>
          </a:bodyPr>
          <a:lstStyle/>
          <a:p>
            <a:pPr marL="0" lvl="0" indent="0" algn="l">
              <a:lnSpc>
                <a:spcPts val="5040"/>
              </a:lnSpc>
              <a:spcBef>
                <a:spcPct val="0"/>
              </a:spcBef>
            </a:pPr>
            <a:r>
              <a:rPr lang="en-US" sz="2800" u="none" strike="noStrike">
                <a:solidFill>
                  <a:srgbClr val="000000"/>
                </a:solidFill>
                <a:latin typeface="Noto Sans JP"/>
                <a:ea typeface="Noto Sans JP"/>
                <a:cs typeface="Noto Sans JP"/>
                <a:sym typeface="Noto Sans JP"/>
              </a:rPr>
              <a:t>例えば、年間の予算配分、売上の各カテゴリ別シェア、または時間の使い方の内訳など、全体を構成する各要素の関係を強調する際に効果的です。</a:t>
            </a:r>
          </a:p>
        </p:txBody>
      </p:sp>
      <p:sp>
        <p:nvSpPr>
          <p:cNvPr id="12" name="TextBox 12"/>
          <p:cNvSpPr txBox="1"/>
          <p:nvPr/>
        </p:nvSpPr>
        <p:spPr>
          <a:xfrm>
            <a:off x="1923971" y="3913468"/>
            <a:ext cx="6337945" cy="1407793"/>
          </a:xfrm>
          <a:prstGeom prst="rect">
            <a:avLst/>
          </a:prstGeom>
        </p:spPr>
        <p:txBody>
          <a:bodyPr lIns="0" tIns="0" rIns="0" bIns="0" rtlCol="0" anchor="t">
            <a:spAutoFit/>
          </a:bodyPr>
          <a:lstStyle/>
          <a:p>
            <a:pPr algn="l">
              <a:lnSpc>
                <a:spcPts val="5760"/>
              </a:lnSpc>
            </a:pPr>
            <a:r>
              <a:rPr lang="en-US" sz="3600" b="1" spc="180">
                <a:solidFill>
                  <a:srgbClr val="000000"/>
                </a:solidFill>
                <a:latin typeface="Noto Sans JP Heavy"/>
                <a:ea typeface="Noto Sans JP Heavy"/>
                <a:cs typeface="Noto Sans JP Heavy"/>
                <a:sym typeface="Noto Sans JP Heavy"/>
              </a:rPr>
              <a:t>要素の割合やシェアを視覚的に示したい場合に最適</a:t>
            </a:r>
          </a:p>
        </p:txBody>
      </p:sp>
      <p:sp>
        <p:nvSpPr>
          <p:cNvPr id="13" name="TextBox 13"/>
          <p:cNvSpPr txBox="1"/>
          <p:nvPr/>
        </p:nvSpPr>
        <p:spPr>
          <a:xfrm>
            <a:off x="2101838" y="3203433"/>
            <a:ext cx="6160078" cy="396904"/>
          </a:xfrm>
          <a:prstGeom prst="rect">
            <a:avLst/>
          </a:prstGeom>
        </p:spPr>
        <p:txBody>
          <a:bodyPr lIns="0" tIns="0" rIns="0" bIns="0" rtlCol="0" anchor="t">
            <a:spAutoFit/>
          </a:bodyPr>
          <a:lstStyle/>
          <a:p>
            <a:pPr algn="l">
              <a:lnSpc>
                <a:spcPts val="3360"/>
              </a:lnSpc>
            </a:pPr>
            <a:r>
              <a:rPr lang="en-US" sz="2100" b="1" spc="105" dirty="0" err="1">
                <a:latin typeface="Noto Sans JP Heavy"/>
                <a:ea typeface="Noto Sans JP Heavy"/>
                <a:cs typeface="Noto Sans JP Heavy"/>
                <a:sym typeface="Noto Sans JP Heavy"/>
              </a:rPr>
              <a:t>円グラフの特徴</a:t>
            </a:r>
            <a:endParaRPr lang="en-US" sz="2100" b="1" spc="105" dirty="0">
              <a:latin typeface="Noto Sans JP Heavy"/>
              <a:ea typeface="Noto Sans JP Heavy"/>
              <a:cs typeface="Noto Sans JP Heavy"/>
              <a:sym typeface="Noto Sans JP Heav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22809-5E8E-E2DA-BEEB-4FD77402BC36}"/>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A84E5001-7D01-9EEF-B213-DCCC1D435C71}"/>
              </a:ext>
            </a:extLst>
          </p:cNvPr>
          <p:cNvGrpSpPr/>
          <p:nvPr/>
        </p:nvGrpSpPr>
        <p:grpSpPr>
          <a:xfrm>
            <a:off x="428625" y="428625"/>
            <a:ext cx="17430750" cy="9429750"/>
            <a:chOff x="0" y="0"/>
            <a:chExt cx="4590815" cy="2483556"/>
          </a:xfrm>
        </p:grpSpPr>
        <p:sp>
          <p:nvSpPr>
            <p:cNvPr id="5" name="Freeform 5">
              <a:extLst>
                <a:ext uri="{FF2B5EF4-FFF2-40B4-BE49-F238E27FC236}">
                  <a16:creationId xmlns:a16="http://schemas.microsoft.com/office/drawing/2014/main" id="{DF0B8936-1D94-FB44-25F1-587CF89D4773}"/>
                </a:ext>
              </a:extLst>
            </p:cNvPr>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a:extLst>
                <a:ext uri="{FF2B5EF4-FFF2-40B4-BE49-F238E27FC236}">
                  <a16:creationId xmlns:a16="http://schemas.microsoft.com/office/drawing/2014/main" id="{BAC6B1FB-CC9F-0D25-C05C-BBFC75ABC35A}"/>
                </a:ext>
              </a:extLst>
            </p:cNvPr>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a:extLst>
              <a:ext uri="{FF2B5EF4-FFF2-40B4-BE49-F238E27FC236}">
                <a16:creationId xmlns:a16="http://schemas.microsoft.com/office/drawing/2014/main" id="{9AA293DA-E0DF-177A-7EAA-23B4230D74DC}"/>
              </a:ext>
            </a:extLst>
          </p:cNvPr>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8" name="TextBox 8">
            <a:extLst>
              <a:ext uri="{FF2B5EF4-FFF2-40B4-BE49-F238E27FC236}">
                <a16:creationId xmlns:a16="http://schemas.microsoft.com/office/drawing/2014/main" id="{EE21DB9A-4FB3-0E01-F2E3-FE8A4ABBC5D8}"/>
              </a:ext>
            </a:extLst>
          </p:cNvPr>
          <p:cNvSpPr txBox="1"/>
          <p:nvPr/>
        </p:nvSpPr>
        <p:spPr>
          <a:xfrm>
            <a:off x="2318172" y="694651"/>
            <a:ext cx="13651656" cy="539315"/>
          </a:xfrm>
          <a:prstGeom prst="rect">
            <a:avLst/>
          </a:prstGeom>
        </p:spPr>
        <p:txBody>
          <a:bodyPr lIns="0" tIns="0" rIns="0" bIns="0" rtlCol="0" anchor="t">
            <a:spAutoFit/>
          </a:bodyPr>
          <a:lstStyle/>
          <a:p>
            <a:pPr algn="ctr">
              <a:lnSpc>
                <a:spcPts val="4480"/>
              </a:lnSpc>
            </a:pPr>
            <a:r>
              <a:rPr lang="en-US" sz="3200" b="1" spc="160" dirty="0">
                <a:solidFill>
                  <a:srgbClr val="000000"/>
                </a:solidFill>
                <a:latin typeface="Noto Sans JP Heavy"/>
                <a:ea typeface="Noto Sans JP Heavy"/>
                <a:cs typeface="Noto Sans JP Heavy"/>
                <a:sym typeface="Noto Sans JP Heavy"/>
              </a:rPr>
              <a:t>[ </a:t>
            </a:r>
            <a:r>
              <a:rPr lang="en-US" sz="3200" b="1" spc="160" dirty="0" err="1">
                <a:solidFill>
                  <a:srgbClr val="000000"/>
                </a:solidFill>
                <a:latin typeface="Noto Sans JP Heavy"/>
                <a:ea typeface="Noto Sans JP Heavy"/>
                <a:cs typeface="Noto Sans JP Heavy"/>
                <a:sym typeface="Noto Sans JP Heavy"/>
              </a:rPr>
              <a:t>図解で伝える</a:t>
            </a:r>
            <a:r>
              <a:rPr lang="en-US" sz="3200" b="1" spc="160" dirty="0">
                <a:solidFill>
                  <a:srgbClr val="000000"/>
                </a:solidFill>
                <a:latin typeface="Noto Sans JP Heavy"/>
                <a:ea typeface="Noto Sans JP Heavy"/>
                <a:cs typeface="Noto Sans JP Heavy"/>
                <a:sym typeface="Noto Sans JP Heavy"/>
              </a:rPr>
              <a:t> ]</a:t>
            </a:r>
          </a:p>
        </p:txBody>
      </p:sp>
      <p:sp>
        <p:nvSpPr>
          <p:cNvPr id="11" name="TextBox 11">
            <a:extLst>
              <a:ext uri="{FF2B5EF4-FFF2-40B4-BE49-F238E27FC236}">
                <a16:creationId xmlns:a16="http://schemas.microsoft.com/office/drawing/2014/main" id="{7F9E0853-D9AE-8EE3-D288-C6439472F3A2}"/>
              </a:ext>
            </a:extLst>
          </p:cNvPr>
          <p:cNvSpPr txBox="1"/>
          <p:nvPr/>
        </p:nvSpPr>
        <p:spPr>
          <a:xfrm>
            <a:off x="1923971" y="5566477"/>
            <a:ext cx="6337945" cy="1856470"/>
          </a:xfrm>
          <a:prstGeom prst="rect">
            <a:avLst/>
          </a:prstGeom>
        </p:spPr>
        <p:txBody>
          <a:bodyPr lIns="0" tIns="0" rIns="0" bIns="0" rtlCol="0" anchor="t">
            <a:spAutoFit/>
          </a:bodyPr>
          <a:lstStyle/>
          <a:p>
            <a:pPr marL="0" lvl="0" indent="0" algn="l">
              <a:lnSpc>
                <a:spcPts val="5040"/>
              </a:lnSpc>
              <a:spcBef>
                <a:spcPct val="0"/>
              </a:spcBef>
            </a:pPr>
            <a:r>
              <a:rPr lang="en-US" sz="2800" u="none" strike="noStrike" dirty="0" err="1">
                <a:solidFill>
                  <a:srgbClr val="000000"/>
                </a:solidFill>
                <a:latin typeface="Noto Sans JP"/>
                <a:ea typeface="Noto Sans JP"/>
                <a:cs typeface="Noto Sans JP"/>
                <a:sym typeface="Noto Sans JP"/>
              </a:rPr>
              <a:t>例えばぽんちえ、チャート、イメージ図など、イメージしやすいものは図を添えた方がわかりやすくなります</a:t>
            </a:r>
            <a:r>
              <a:rPr lang="en-US" sz="2800" u="none" strike="noStrike" dirty="0">
                <a:solidFill>
                  <a:srgbClr val="000000"/>
                </a:solidFill>
                <a:latin typeface="Noto Sans JP"/>
                <a:ea typeface="Noto Sans JP"/>
                <a:cs typeface="Noto Sans JP"/>
                <a:sym typeface="Noto Sans JP"/>
              </a:rPr>
              <a:t>。</a:t>
            </a:r>
          </a:p>
        </p:txBody>
      </p:sp>
      <p:sp>
        <p:nvSpPr>
          <p:cNvPr id="12" name="TextBox 12">
            <a:extLst>
              <a:ext uri="{FF2B5EF4-FFF2-40B4-BE49-F238E27FC236}">
                <a16:creationId xmlns:a16="http://schemas.microsoft.com/office/drawing/2014/main" id="{AE73E009-A34D-3CF7-9354-744024C6F40E}"/>
              </a:ext>
            </a:extLst>
          </p:cNvPr>
          <p:cNvSpPr txBox="1"/>
          <p:nvPr/>
        </p:nvSpPr>
        <p:spPr>
          <a:xfrm>
            <a:off x="1923971" y="3913468"/>
            <a:ext cx="6337945" cy="1421415"/>
          </a:xfrm>
          <a:prstGeom prst="rect">
            <a:avLst/>
          </a:prstGeom>
        </p:spPr>
        <p:txBody>
          <a:bodyPr lIns="0" tIns="0" rIns="0" bIns="0" rtlCol="0" anchor="t">
            <a:spAutoFit/>
          </a:bodyPr>
          <a:lstStyle/>
          <a:p>
            <a:pPr algn="l">
              <a:lnSpc>
                <a:spcPts val="5760"/>
              </a:lnSpc>
            </a:pPr>
            <a:r>
              <a:rPr lang="en-US" sz="3600" b="1" spc="180" dirty="0" err="1">
                <a:solidFill>
                  <a:srgbClr val="000000"/>
                </a:solidFill>
                <a:latin typeface="Noto Sans JP Heavy"/>
                <a:ea typeface="Noto Sans JP Heavy"/>
                <a:cs typeface="Noto Sans JP Heavy"/>
                <a:sym typeface="Noto Sans JP Heavy"/>
              </a:rPr>
              <a:t>何かビジュアライズした方がよいことを伝える時</a:t>
            </a:r>
            <a:endParaRPr lang="en-US" sz="3600" b="1" spc="180" dirty="0">
              <a:solidFill>
                <a:srgbClr val="000000"/>
              </a:solidFill>
              <a:latin typeface="Noto Sans JP Heavy"/>
              <a:ea typeface="Noto Sans JP Heavy"/>
              <a:cs typeface="Noto Sans JP Heavy"/>
              <a:sym typeface="Noto Sans JP Heavy"/>
            </a:endParaRPr>
          </a:p>
        </p:txBody>
      </p:sp>
      <p:sp>
        <p:nvSpPr>
          <p:cNvPr id="13" name="TextBox 13">
            <a:extLst>
              <a:ext uri="{FF2B5EF4-FFF2-40B4-BE49-F238E27FC236}">
                <a16:creationId xmlns:a16="http://schemas.microsoft.com/office/drawing/2014/main" id="{840C66DE-22AD-CC41-426E-0FB586361334}"/>
              </a:ext>
            </a:extLst>
          </p:cNvPr>
          <p:cNvSpPr txBox="1"/>
          <p:nvPr/>
        </p:nvSpPr>
        <p:spPr>
          <a:xfrm>
            <a:off x="1923971" y="3165507"/>
            <a:ext cx="6160078" cy="396904"/>
          </a:xfrm>
          <a:prstGeom prst="rect">
            <a:avLst/>
          </a:prstGeom>
        </p:spPr>
        <p:txBody>
          <a:bodyPr lIns="0" tIns="0" rIns="0" bIns="0" rtlCol="0" anchor="t">
            <a:spAutoFit/>
          </a:bodyPr>
          <a:lstStyle/>
          <a:p>
            <a:pPr algn="l">
              <a:lnSpc>
                <a:spcPts val="3360"/>
              </a:lnSpc>
            </a:pPr>
            <a:r>
              <a:rPr lang="en-US" sz="2100" b="1" spc="105" dirty="0" err="1">
                <a:latin typeface="Noto Sans JP Heavy"/>
                <a:ea typeface="Noto Sans JP Heavy"/>
                <a:cs typeface="Noto Sans JP Heavy"/>
                <a:sym typeface="Noto Sans JP Heavy"/>
              </a:rPr>
              <a:t>図解の特徴</a:t>
            </a:r>
            <a:endParaRPr lang="en-US" sz="2100" b="1" spc="105" dirty="0">
              <a:latin typeface="Noto Sans JP Heavy"/>
              <a:ea typeface="Noto Sans JP Heavy"/>
              <a:cs typeface="Noto Sans JP Heavy"/>
              <a:sym typeface="Noto Sans JP Heavy"/>
            </a:endParaRPr>
          </a:p>
        </p:txBody>
      </p:sp>
      <p:sp>
        <p:nvSpPr>
          <p:cNvPr id="14" name="正方形/長方形 13">
            <a:extLst>
              <a:ext uri="{FF2B5EF4-FFF2-40B4-BE49-F238E27FC236}">
                <a16:creationId xmlns:a16="http://schemas.microsoft.com/office/drawing/2014/main" id="{DC8053B4-16F2-C364-0B28-DBD1A59C44B7}"/>
              </a:ext>
            </a:extLst>
          </p:cNvPr>
          <p:cNvSpPr/>
          <p:nvPr/>
        </p:nvSpPr>
        <p:spPr>
          <a:xfrm>
            <a:off x="9144000" y="2363226"/>
            <a:ext cx="7391400" cy="6971274"/>
          </a:xfrm>
          <a:prstGeom prst="rect">
            <a:avLst/>
          </a:prstGeom>
          <a:solidFill>
            <a:srgbClr val="00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図解や挿絵を入れます</a:t>
            </a:r>
          </a:p>
        </p:txBody>
      </p:sp>
    </p:spTree>
    <p:extLst>
      <p:ext uri="{BB962C8B-B14F-4D97-AF65-F5344CB8AC3E}">
        <p14:creationId xmlns:p14="http://schemas.microsoft.com/office/powerpoint/2010/main" val="2536741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graphicFrame>
        <p:nvGraphicFramePr>
          <p:cNvPr id="8" name="Table 8"/>
          <p:cNvGraphicFramePr>
            <a:graphicFrameLocks noGrp="1"/>
          </p:cNvGraphicFramePr>
          <p:nvPr/>
        </p:nvGraphicFramePr>
        <p:xfrm>
          <a:off x="1626699" y="3579326"/>
          <a:ext cx="15015552" cy="4918355"/>
        </p:xfrm>
        <a:graphic>
          <a:graphicData uri="http://schemas.openxmlformats.org/drawingml/2006/table">
            <a:tbl>
              <a:tblPr/>
              <a:tblGrid>
                <a:gridCol w="4466261">
                  <a:extLst>
                    <a:ext uri="{9D8B030D-6E8A-4147-A177-3AD203B41FA5}">
                      <a16:colId xmlns:a16="http://schemas.microsoft.com/office/drawing/2014/main" val="20000"/>
                    </a:ext>
                  </a:extLst>
                </a:gridCol>
                <a:gridCol w="3525968">
                  <a:extLst>
                    <a:ext uri="{9D8B030D-6E8A-4147-A177-3AD203B41FA5}">
                      <a16:colId xmlns:a16="http://schemas.microsoft.com/office/drawing/2014/main" val="20001"/>
                    </a:ext>
                  </a:extLst>
                </a:gridCol>
                <a:gridCol w="3506893">
                  <a:extLst>
                    <a:ext uri="{9D8B030D-6E8A-4147-A177-3AD203B41FA5}">
                      <a16:colId xmlns:a16="http://schemas.microsoft.com/office/drawing/2014/main" val="20002"/>
                    </a:ext>
                  </a:extLst>
                </a:gridCol>
                <a:gridCol w="3516430">
                  <a:extLst>
                    <a:ext uri="{9D8B030D-6E8A-4147-A177-3AD203B41FA5}">
                      <a16:colId xmlns:a16="http://schemas.microsoft.com/office/drawing/2014/main" val="20003"/>
                    </a:ext>
                  </a:extLst>
                </a:gridCol>
              </a:tblGrid>
              <a:tr h="919211">
                <a:tc>
                  <a:txBody>
                    <a:bodyPr/>
                    <a:lstStyle/>
                    <a:p>
                      <a:pPr algn="ctr">
                        <a:lnSpc>
                          <a:spcPts val="2799"/>
                        </a:lnSpc>
                        <a:defRPr/>
                      </a:pPr>
                      <a:r>
                        <a:rPr lang="en-US" sz="1999" b="1">
                          <a:solidFill>
                            <a:srgbClr val="FFFFFF"/>
                          </a:solidFill>
                          <a:latin typeface="Noto Sans JP Bold"/>
                          <a:ea typeface="Noto Sans JP Bold"/>
                          <a:cs typeface="Noto Sans JP Bold"/>
                          <a:sym typeface="Noto Sans JP Bold"/>
                        </a:rPr>
                        <a:t>項目</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9D9D9D"/>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a:lnSpc>
                          <a:spcPts val="2799"/>
                        </a:lnSpc>
                        <a:defRPr/>
                      </a:pPr>
                      <a:r>
                        <a:rPr lang="en-US" sz="1999" b="1">
                          <a:solidFill>
                            <a:srgbClr val="FFFFFF"/>
                          </a:solidFill>
                          <a:latin typeface="Noto Sans JP Bold"/>
                          <a:ea typeface="Noto Sans JP Bold"/>
                          <a:cs typeface="Noto Sans JP Bold"/>
                          <a:sym typeface="Noto Sans JP Bold"/>
                        </a:rPr>
                        <a:t>カテゴリーA</a:t>
                      </a:r>
                      <a:endParaRPr lang="en-US" sz="1100"/>
                    </a:p>
                  </a:txBody>
                  <a:tcPr marL="0" marR="0" marT="0" marB="0" anchor="ctr">
                    <a:lnL w="19050" cap="flat" cmpd="sng" algn="ctr">
                      <a:solidFill>
                        <a:srgbClr val="9D9D9D"/>
                      </a:solidFill>
                      <a:prstDash val="solid"/>
                      <a:round/>
                      <a:headEnd type="none" w="med" len="med"/>
                      <a:tailEnd type="none" w="med" len="med"/>
                    </a:lnL>
                    <a:lnR w="19050" cap="flat" cmpd="sng" algn="ctr">
                      <a:solidFill>
                        <a:srgbClr val="9D9D9D"/>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a:lnSpc>
                          <a:spcPts val="2799"/>
                        </a:lnSpc>
                        <a:defRPr/>
                      </a:pPr>
                      <a:r>
                        <a:rPr lang="en-US" sz="1999" b="1">
                          <a:solidFill>
                            <a:srgbClr val="FFFFFF"/>
                          </a:solidFill>
                          <a:latin typeface="Noto Sans JP Bold"/>
                          <a:ea typeface="Noto Sans JP Bold"/>
                          <a:cs typeface="Noto Sans JP Bold"/>
                          <a:sym typeface="Noto Sans JP Bold"/>
                        </a:rPr>
                        <a:t>カテゴリーB</a:t>
                      </a:r>
                      <a:endParaRPr lang="en-US" sz="1100"/>
                    </a:p>
                  </a:txBody>
                  <a:tcPr marL="0" marR="0" marT="0" marB="0" anchor="ctr">
                    <a:lnL w="19050" cap="flat" cmpd="sng" algn="ctr">
                      <a:solidFill>
                        <a:srgbClr val="9D9D9D"/>
                      </a:solidFill>
                      <a:prstDash val="solid"/>
                      <a:round/>
                      <a:headEnd type="none" w="med" len="med"/>
                      <a:tailEnd type="none" w="med" len="med"/>
                    </a:lnL>
                    <a:lnR w="19050" cap="flat" cmpd="sng" algn="ctr">
                      <a:solidFill>
                        <a:srgbClr val="9D9D9D"/>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a:lnSpc>
                          <a:spcPts val="2799"/>
                        </a:lnSpc>
                        <a:defRPr/>
                      </a:pPr>
                      <a:r>
                        <a:rPr lang="en-US" sz="1999" b="1">
                          <a:solidFill>
                            <a:srgbClr val="FFFFFF"/>
                          </a:solidFill>
                          <a:latin typeface="Noto Sans JP Bold"/>
                          <a:ea typeface="Noto Sans JP Bold"/>
                          <a:cs typeface="Noto Sans JP Bold"/>
                          <a:sym typeface="Noto Sans JP Bold"/>
                        </a:rPr>
                        <a:t>カテゴリーC</a:t>
                      </a:r>
                      <a:endParaRPr lang="en-US" sz="1100"/>
                    </a:p>
                  </a:txBody>
                  <a:tcPr marL="0" marR="0" marT="0" marB="0" anchor="ctr">
                    <a:lnL w="19050" cap="flat" cmpd="sng" algn="ctr">
                      <a:solidFill>
                        <a:srgbClr val="9D9D9D"/>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99786">
                <a:tc>
                  <a:txBody>
                    <a:bodyPr/>
                    <a:lstStyle/>
                    <a:p>
                      <a:pPr algn="ctr">
                        <a:lnSpc>
                          <a:spcPts val="3079"/>
                        </a:lnSpc>
                        <a:defRPr/>
                      </a:pPr>
                      <a:r>
                        <a:rPr lang="en-US" sz="2199" b="1">
                          <a:solidFill>
                            <a:srgbClr val="000000"/>
                          </a:solidFill>
                          <a:latin typeface="Noto Sans JP Bold"/>
                          <a:ea typeface="Noto Sans JP Bold"/>
                          <a:cs typeface="Noto Sans JP Bold"/>
                          <a:sym typeface="Noto Sans JP Bold"/>
                        </a:rPr>
                        <a:t>要素 1</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99786">
                <a:tc>
                  <a:txBody>
                    <a:bodyPr/>
                    <a:lstStyle/>
                    <a:p>
                      <a:pPr algn="ctr">
                        <a:lnSpc>
                          <a:spcPts val="3079"/>
                        </a:lnSpc>
                        <a:defRPr/>
                      </a:pPr>
                      <a:r>
                        <a:rPr lang="en-US" sz="2199" b="1">
                          <a:solidFill>
                            <a:srgbClr val="000000"/>
                          </a:solidFill>
                          <a:latin typeface="Noto Sans JP Bold"/>
                          <a:ea typeface="Noto Sans JP Bold"/>
                          <a:cs typeface="Noto Sans JP Bold"/>
                          <a:sym typeface="Noto Sans JP Bold"/>
                        </a:rPr>
                        <a:t>要素 2</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99786">
                <a:tc>
                  <a:txBody>
                    <a:bodyPr/>
                    <a:lstStyle/>
                    <a:p>
                      <a:pPr algn="ctr">
                        <a:lnSpc>
                          <a:spcPts val="3079"/>
                        </a:lnSpc>
                        <a:defRPr/>
                      </a:pPr>
                      <a:r>
                        <a:rPr lang="en-US" sz="2199" b="1">
                          <a:solidFill>
                            <a:srgbClr val="000000"/>
                          </a:solidFill>
                          <a:latin typeface="Noto Sans JP Bold"/>
                          <a:ea typeface="Noto Sans JP Bold"/>
                          <a:cs typeface="Noto Sans JP Bold"/>
                          <a:sym typeface="Noto Sans JP Bold"/>
                        </a:rPr>
                        <a:t>要素 3</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99786">
                <a:tc>
                  <a:txBody>
                    <a:bodyPr/>
                    <a:lstStyle/>
                    <a:p>
                      <a:pPr algn="ctr">
                        <a:lnSpc>
                          <a:spcPts val="3079"/>
                        </a:lnSpc>
                        <a:defRPr/>
                      </a:pPr>
                      <a:r>
                        <a:rPr lang="en-US" sz="2199" b="1">
                          <a:solidFill>
                            <a:srgbClr val="000000"/>
                          </a:solidFill>
                          <a:latin typeface="Noto Sans JP Bold"/>
                          <a:ea typeface="Noto Sans JP Bold"/>
                          <a:cs typeface="Noto Sans JP Bold"/>
                          <a:sym typeface="Noto Sans JP Bold"/>
                        </a:rPr>
                        <a:t>要素 4</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Box 9"/>
          <p:cNvSpPr txBox="1"/>
          <p:nvPr/>
        </p:nvSpPr>
        <p:spPr>
          <a:xfrm>
            <a:off x="2318172" y="683844"/>
            <a:ext cx="13651656" cy="528319"/>
          </a:xfrm>
          <a:prstGeom prst="rect">
            <a:avLst/>
          </a:prstGeom>
        </p:spPr>
        <p:txBody>
          <a:bodyPr lIns="0" tIns="0" rIns="0" bIns="0" rtlCol="0" anchor="t">
            <a:spAutoFit/>
          </a:bodyPr>
          <a:lstStyle/>
          <a:p>
            <a:pPr algn="ctr">
              <a:lnSpc>
                <a:spcPts val="4480"/>
              </a:lnSpc>
            </a:pPr>
            <a:r>
              <a:rPr lang="en-US" sz="3200" b="1" spc="160" dirty="0">
                <a:solidFill>
                  <a:srgbClr val="000000"/>
                </a:solidFill>
                <a:latin typeface="Noto Sans JP Heavy"/>
                <a:ea typeface="Noto Sans JP Heavy"/>
                <a:cs typeface="Noto Sans JP Heavy"/>
                <a:sym typeface="Noto Sans JP Heavy"/>
              </a:rPr>
              <a:t>[ </a:t>
            </a:r>
            <a:r>
              <a:rPr lang="en-US" sz="3200" b="1" spc="160" dirty="0" err="1">
                <a:solidFill>
                  <a:srgbClr val="000000"/>
                </a:solidFill>
                <a:latin typeface="Noto Sans JP Heavy"/>
                <a:ea typeface="Noto Sans JP Heavy"/>
                <a:cs typeface="Noto Sans JP Heavy"/>
                <a:sym typeface="Noto Sans JP Heavy"/>
              </a:rPr>
              <a:t>図解で伝える表</a:t>
            </a:r>
            <a:r>
              <a:rPr lang="en-US" sz="3200" b="1" spc="160" dirty="0">
                <a:solidFill>
                  <a:srgbClr val="000000"/>
                </a:solidFill>
                <a:latin typeface="Noto Sans JP Heavy"/>
                <a:ea typeface="Noto Sans JP Heavy"/>
                <a:cs typeface="Noto Sans JP Heavy"/>
                <a:sym typeface="Noto Sans JP Heavy"/>
              </a:rPr>
              <a:t> ]</a:t>
            </a:r>
          </a:p>
        </p:txBody>
      </p:sp>
      <p:sp>
        <p:nvSpPr>
          <p:cNvPr id="10" name="TextBox 10"/>
          <p:cNvSpPr txBox="1"/>
          <p:nvPr/>
        </p:nvSpPr>
        <p:spPr>
          <a:xfrm>
            <a:off x="1626699" y="8621206"/>
            <a:ext cx="15034603" cy="386715"/>
          </a:xfrm>
          <a:prstGeom prst="rect">
            <a:avLst/>
          </a:prstGeom>
        </p:spPr>
        <p:txBody>
          <a:bodyPr lIns="0" tIns="0" rIns="0" bIns="0" rtlCol="0" anchor="t">
            <a:spAutoFit/>
          </a:bodyPr>
          <a:lstStyle/>
          <a:p>
            <a:pPr algn="r">
              <a:lnSpc>
                <a:spcPts val="3240"/>
              </a:lnSpc>
            </a:pPr>
            <a:r>
              <a:rPr lang="en-US" sz="1800" b="1">
                <a:solidFill>
                  <a:srgbClr val="9D9D9D"/>
                </a:solidFill>
                <a:latin typeface="Noto Sans JP Heavy"/>
                <a:ea typeface="Noto Sans JP Heavy"/>
                <a:cs typeface="Noto Sans JP Heavy"/>
                <a:sym typeface="Noto Sans JP Heavy"/>
              </a:rPr>
              <a:t>(2030年計測)</a:t>
            </a:r>
          </a:p>
        </p:txBody>
      </p:sp>
      <p:sp>
        <p:nvSpPr>
          <p:cNvPr id="11" name="TextBox 11"/>
          <p:cNvSpPr txBox="1"/>
          <p:nvPr/>
        </p:nvSpPr>
        <p:spPr>
          <a:xfrm>
            <a:off x="1923970" y="2129094"/>
            <a:ext cx="14440059" cy="586736"/>
          </a:xfrm>
          <a:prstGeom prst="rect">
            <a:avLst/>
          </a:prstGeom>
        </p:spPr>
        <p:txBody>
          <a:bodyPr lIns="0" tIns="0" rIns="0" bIns="0" rtlCol="0" anchor="t">
            <a:spAutoFit/>
          </a:bodyPr>
          <a:lstStyle/>
          <a:p>
            <a:pPr marL="0" lvl="0" indent="0" algn="ctr">
              <a:lnSpc>
                <a:spcPts val="5040"/>
              </a:lnSpc>
              <a:spcBef>
                <a:spcPct val="0"/>
              </a:spcBef>
            </a:pPr>
            <a:r>
              <a:rPr lang="en-US" sz="2800" u="none" strike="noStrike" dirty="0" err="1">
                <a:solidFill>
                  <a:srgbClr val="000000"/>
                </a:solidFill>
                <a:latin typeface="Noto Sans JP"/>
                <a:ea typeface="Noto Sans JP"/>
                <a:cs typeface="Noto Sans JP"/>
                <a:sym typeface="Noto Sans JP"/>
              </a:rPr>
              <a:t>この表は、異なるカテゴリ間での要素の比較を目的としています</a:t>
            </a:r>
            <a:r>
              <a:rPr lang="en-US" sz="2800" u="none" strike="noStrike" dirty="0">
                <a:solidFill>
                  <a:srgbClr val="000000"/>
                </a:solidFill>
                <a:latin typeface="Noto Sans JP"/>
                <a:ea typeface="Noto Sans JP"/>
                <a:cs typeface="Noto Sans JP"/>
                <a:sym typeface="Noto Sans JP"/>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71875-20DD-CCA2-E2DD-CFAC87D48BE6}"/>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43784C23-DB40-E2D5-ED15-FABDD3ACF11A}"/>
              </a:ext>
            </a:extLst>
          </p:cNvPr>
          <p:cNvGrpSpPr/>
          <p:nvPr/>
        </p:nvGrpSpPr>
        <p:grpSpPr>
          <a:xfrm>
            <a:off x="428625" y="428625"/>
            <a:ext cx="17430750" cy="9429750"/>
            <a:chOff x="0" y="0"/>
            <a:chExt cx="4590815" cy="2483556"/>
          </a:xfrm>
        </p:grpSpPr>
        <p:sp>
          <p:nvSpPr>
            <p:cNvPr id="5" name="Freeform 5">
              <a:extLst>
                <a:ext uri="{FF2B5EF4-FFF2-40B4-BE49-F238E27FC236}">
                  <a16:creationId xmlns:a16="http://schemas.microsoft.com/office/drawing/2014/main" id="{88D70A74-EAC8-BC03-F8FA-9E661ABCC96F}"/>
                </a:ext>
              </a:extLst>
            </p:cNvPr>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a:extLst>
                <a:ext uri="{FF2B5EF4-FFF2-40B4-BE49-F238E27FC236}">
                  <a16:creationId xmlns:a16="http://schemas.microsoft.com/office/drawing/2014/main" id="{0F0DA90F-268C-50B5-54BC-4F6A569A7138}"/>
                </a:ext>
              </a:extLst>
            </p:cNvPr>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a:extLst>
              <a:ext uri="{FF2B5EF4-FFF2-40B4-BE49-F238E27FC236}">
                <a16:creationId xmlns:a16="http://schemas.microsoft.com/office/drawing/2014/main" id="{1EADDEDB-21EE-0322-79FB-C664729F50B3}"/>
              </a:ext>
            </a:extLst>
          </p:cNvPr>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9" name="TextBox 9">
            <a:extLst>
              <a:ext uri="{FF2B5EF4-FFF2-40B4-BE49-F238E27FC236}">
                <a16:creationId xmlns:a16="http://schemas.microsoft.com/office/drawing/2014/main" id="{CFFBF066-A9EF-AEC7-551E-2FB265EC99F1}"/>
              </a:ext>
            </a:extLst>
          </p:cNvPr>
          <p:cNvSpPr txBox="1"/>
          <p:nvPr/>
        </p:nvSpPr>
        <p:spPr>
          <a:xfrm>
            <a:off x="2318172" y="683844"/>
            <a:ext cx="13651656" cy="539315"/>
          </a:xfrm>
          <a:prstGeom prst="rect">
            <a:avLst/>
          </a:prstGeom>
        </p:spPr>
        <p:txBody>
          <a:bodyPr lIns="0" tIns="0" rIns="0" bIns="0" rtlCol="0" anchor="t">
            <a:spAutoFit/>
          </a:bodyPr>
          <a:lstStyle/>
          <a:p>
            <a:pPr algn="ctr">
              <a:lnSpc>
                <a:spcPts val="4480"/>
              </a:lnSpc>
            </a:pPr>
            <a:r>
              <a:rPr lang="en-US" sz="3200" b="1" spc="160" dirty="0">
                <a:solidFill>
                  <a:srgbClr val="000000"/>
                </a:solidFill>
                <a:latin typeface="Noto Sans JP Heavy"/>
                <a:ea typeface="Noto Sans JP Heavy"/>
                <a:cs typeface="Noto Sans JP Heavy"/>
                <a:sym typeface="Noto Sans JP Heavy"/>
              </a:rPr>
              <a:t>[ </a:t>
            </a:r>
            <a:r>
              <a:rPr lang="en-US" sz="3200" b="1" spc="160" dirty="0" err="1">
                <a:solidFill>
                  <a:srgbClr val="000000"/>
                </a:solidFill>
                <a:latin typeface="Noto Sans JP Heavy"/>
                <a:ea typeface="Noto Sans JP Heavy"/>
                <a:cs typeface="Noto Sans JP Heavy"/>
                <a:sym typeface="Noto Sans JP Heavy"/>
              </a:rPr>
              <a:t>挿絵で伝える画像</a:t>
            </a:r>
            <a:r>
              <a:rPr lang="en-US" sz="3200" b="1" spc="160" dirty="0">
                <a:solidFill>
                  <a:srgbClr val="000000"/>
                </a:solidFill>
                <a:latin typeface="Noto Sans JP Heavy"/>
                <a:ea typeface="Noto Sans JP Heavy"/>
                <a:cs typeface="Noto Sans JP Heavy"/>
                <a:sym typeface="Noto Sans JP Heavy"/>
              </a:rPr>
              <a:t> ]</a:t>
            </a:r>
          </a:p>
        </p:txBody>
      </p:sp>
      <p:sp>
        <p:nvSpPr>
          <p:cNvPr id="11" name="TextBox 11">
            <a:extLst>
              <a:ext uri="{FF2B5EF4-FFF2-40B4-BE49-F238E27FC236}">
                <a16:creationId xmlns:a16="http://schemas.microsoft.com/office/drawing/2014/main" id="{91384DF3-6B4A-CD9A-912E-4A0F7FC6F661}"/>
              </a:ext>
            </a:extLst>
          </p:cNvPr>
          <p:cNvSpPr txBox="1"/>
          <p:nvPr/>
        </p:nvSpPr>
        <p:spPr>
          <a:xfrm>
            <a:off x="1923970" y="2090520"/>
            <a:ext cx="14440059" cy="586736"/>
          </a:xfrm>
          <a:prstGeom prst="rect">
            <a:avLst/>
          </a:prstGeom>
        </p:spPr>
        <p:txBody>
          <a:bodyPr lIns="0" tIns="0" rIns="0" bIns="0" rtlCol="0" anchor="t">
            <a:spAutoFit/>
          </a:bodyPr>
          <a:lstStyle/>
          <a:p>
            <a:pPr marL="0" lvl="0" indent="0" algn="ctr">
              <a:lnSpc>
                <a:spcPts val="5040"/>
              </a:lnSpc>
              <a:spcBef>
                <a:spcPct val="0"/>
              </a:spcBef>
            </a:pPr>
            <a:r>
              <a:rPr lang="en-US" sz="2800" u="none" strike="noStrike" dirty="0" err="1">
                <a:solidFill>
                  <a:srgbClr val="000000"/>
                </a:solidFill>
                <a:latin typeface="Noto Sans JP"/>
                <a:ea typeface="Noto Sans JP"/>
                <a:cs typeface="Noto Sans JP"/>
                <a:sym typeface="Noto Sans JP"/>
              </a:rPr>
              <a:t>この表は、異なるカテゴリ間での要素の比較を目的としています</a:t>
            </a:r>
            <a:r>
              <a:rPr lang="en-US" sz="2800" u="none" strike="noStrike" dirty="0">
                <a:solidFill>
                  <a:srgbClr val="000000"/>
                </a:solidFill>
                <a:latin typeface="Noto Sans JP"/>
                <a:ea typeface="Noto Sans JP"/>
                <a:cs typeface="Noto Sans JP"/>
                <a:sym typeface="Noto Sans JP"/>
              </a:rPr>
              <a:t>。</a:t>
            </a:r>
          </a:p>
        </p:txBody>
      </p:sp>
      <p:pic>
        <p:nvPicPr>
          <p:cNvPr id="13" name="図 12" descr="ダイアグラム&#10;&#10;AI 生成コンテンツは誤りを含む可能性があります。">
            <a:extLst>
              <a:ext uri="{FF2B5EF4-FFF2-40B4-BE49-F238E27FC236}">
                <a16:creationId xmlns:a16="http://schemas.microsoft.com/office/drawing/2014/main" id="{2AA6E0CC-1183-E6A2-3FE6-9C9913195A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526" y="3409873"/>
            <a:ext cx="15185700" cy="6104055"/>
          </a:xfrm>
          <a:prstGeom prst="rect">
            <a:avLst/>
          </a:prstGeom>
        </p:spPr>
      </p:pic>
      <p:sp>
        <p:nvSpPr>
          <p:cNvPr id="14" name="正方形/長方形 13">
            <a:extLst>
              <a:ext uri="{FF2B5EF4-FFF2-40B4-BE49-F238E27FC236}">
                <a16:creationId xmlns:a16="http://schemas.microsoft.com/office/drawing/2014/main" id="{904231DB-663B-E29D-A559-53F2C1DFADC9}"/>
              </a:ext>
            </a:extLst>
          </p:cNvPr>
          <p:cNvSpPr/>
          <p:nvPr/>
        </p:nvSpPr>
        <p:spPr>
          <a:xfrm>
            <a:off x="1752600" y="3543300"/>
            <a:ext cx="14782800" cy="5791200"/>
          </a:xfrm>
          <a:prstGeom prst="rect">
            <a:avLst/>
          </a:prstGeom>
          <a:solidFill>
            <a:srgbClr val="000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図解や挿絵を入れます</a:t>
            </a:r>
          </a:p>
        </p:txBody>
      </p:sp>
    </p:spTree>
    <p:extLst>
      <p:ext uri="{BB962C8B-B14F-4D97-AF65-F5344CB8AC3E}">
        <p14:creationId xmlns:p14="http://schemas.microsoft.com/office/powerpoint/2010/main" val="1637406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8" name="TextBox 8"/>
          <p:cNvSpPr txBox="1"/>
          <p:nvPr/>
        </p:nvSpPr>
        <p:spPr>
          <a:xfrm>
            <a:off x="2318172" y="752986"/>
            <a:ext cx="13651656" cy="528319"/>
          </a:xfrm>
          <a:prstGeom prst="rect">
            <a:avLst/>
          </a:prstGeom>
        </p:spPr>
        <p:txBody>
          <a:bodyPr lIns="0" tIns="0" rIns="0" bIns="0" rtlCol="0" anchor="t">
            <a:spAutoFit/>
          </a:bodyPr>
          <a:lstStyle/>
          <a:p>
            <a:pPr algn="ctr">
              <a:lnSpc>
                <a:spcPts val="4480"/>
              </a:lnSpc>
            </a:pPr>
            <a:r>
              <a:rPr lang="en-US" sz="3200" b="1" spc="160" dirty="0">
                <a:solidFill>
                  <a:srgbClr val="000000"/>
                </a:solidFill>
                <a:latin typeface="Noto Sans JP Heavy"/>
                <a:ea typeface="Noto Sans JP Heavy"/>
                <a:cs typeface="Noto Sans JP Heavy"/>
                <a:sym typeface="Noto Sans JP Heavy"/>
              </a:rPr>
              <a:t>[ </a:t>
            </a:r>
            <a:r>
              <a:rPr lang="en-US" sz="3200" b="1" spc="160" dirty="0" err="1">
                <a:solidFill>
                  <a:srgbClr val="000000"/>
                </a:solidFill>
                <a:latin typeface="Noto Sans JP Heavy"/>
                <a:ea typeface="Noto Sans JP Heavy"/>
                <a:cs typeface="Noto Sans JP Heavy"/>
                <a:sym typeface="Noto Sans JP Heavy"/>
              </a:rPr>
              <a:t>良い図解と悪い図解の比較</a:t>
            </a:r>
            <a:r>
              <a:rPr lang="en-US" sz="3200" b="1" spc="160" dirty="0">
                <a:solidFill>
                  <a:srgbClr val="000000"/>
                </a:solidFill>
                <a:latin typeface="Noto Sans JP Heavy"/>
                <a:ea typeface="Noto Sans JP Heavy"/>
                <a:cs typeface="Noto Sans JP Heavy"/>
                <a:sym typeface="Noto Sans JP Heavy"/>
              </a:rPr>
              <a:t> ]</a:t>
            </a:r>
          </a:p>
        </p:txBody>
      </p:sp>
      <p:grpSp>
        <p:nvGrpSpPr>
          <p:cNvPr id="9" name="Group 9"/>
          <p:cNvGrpSpPr/>
          <p:nvPr/>
        </p:nvGrpSpPr>
        <p:grpSpPr>
          <a:xfrm>
            <a:off x="1829715" y="2607138"/>
            <a:ext cx="7110542" cy="6133095"/>
            <a:chOff x="0" y="0"/>
            <a:chExt cx="1872735" cy="1615301"/>
          </a:xfrm>
        </p:grpSpPr>
        <p:sp>
          <p:nvSpPr>
            <p:cNvPr id="10" name="Freeform 10"/>
            <p:cNvSpPr/>
            <p:nvPr/>
          </p:nvSpPr>
          <p:spPr>
            <a:xfrm>
              <a:off x="0" y="0"/>
              <a:ext cx="1872735" cy="1615301"/>
            </a:xfrm>
            <a:custGeom>
              <a:avLst/>
              <a:gdLst/>
              <a:ahLst/>
              <a:cxnLst/>
              <a:rect l="l" t="t" r="r" b="b"/>
              <a:pathLst>
                <a:path w="1872735" h="1615301">
                  <a:moveTo>
                    <a:pt x="10888" y="0"/>
                  </a:moveTo>
                  <a:lnTo>
                    <a:pt x="1861848" y="0"/>
                  </a:lnTo>
                  <a:cubicBezTo>
                    <a:pt x="1864735" y="0"/>
                    <a:pt x="1867505" y="1147"/>
                    <a:pt x="1869547" y="3189"/>
                  </a:cubicBezTo>
                  <a:cubicBezTo>
                    <a:pt x="1871588" y="5231"/>
                    <a:pt x="1872735" y="8000"/>
                    <a:pt x="1872735" y="10888"/>
                  </a:cubicBezTo>
                  <a:lnTo>
                    <a:pt x="1872735" y="1604413"/>
                  </a:lnTo>
                  <a:cubicBezTo>
                    <a:pt x="1872735" y="1610426"/>
                    <a:pt x="1867861" y="1615301"/>
                    <a:pt x="1861848" y="1615301"/>
                  </a:cubicBezTo>
                  <a:lnTo>
                    <a:pt x="10888" y="1615301"/>
                  </a:lnTo>
                  <a:cubicBezTo>
                    <a:pt x="4875" y="1615301"/>
                    <a:pt x="0" y="1610426"/>
                    <a:pt x="0" y="1604413"/>
                  </a:cubicBezTo>
                  <a:lnTo>
                    <a:pt x="0" y="10888"/>
                  </a:lnTo>
                  <a:cubicBezTo>
                    <a:pt x="0" y="4875"/>
                    <a:pt x="4875" y="0"/>
                    <a:pt x="10888" y="0"/>
                  </a:cubicBezTo>
                  <a:close/>
                </a:path>
              </a:pathLst>
            </a:custGeom>
            <a:solidFill>
              <a:srgbClr val="FFFFFF"/>
            </a:solidFill>
            <a:ln w="9525" cap="sq">
              <a:solidFill>
                <a:srgbClr val="A6A6A6"/>
              </a:solidFill>
              <a:prstDash val="solid"/>
              <a:miter/>
            </a:ln>
          </p:spPr>
          <p:txBody>
            <a:bodyPr/>
            <a:lstStyle/>
            <a:p>
              <a:endParaRPr lang="ja-JP" altLang="en-US"/>
            </a:p>
          </p:txBody>
        </p:sp>
        <p:sp>
          <p:nvSpPr>
            <p:cNvPr id="11" name="TextBox 11"/>
            <p:cNvSpPr txBox="1"/>
            <p:nvPr/>
          </p:nvSpPr>
          <p:spPr>
            <a:xfrm>
              <a:off x="0" y="-28575"/>
              <a:ext cx="1872735" cy="1643876"/>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4864673" y="3320834"/>
            <a:ext cx="1040625" cy="104062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47650" cap="sq">
              <a:solidFill>
                <a:srgbClr val="FF5757"/>
              </a:solidFill>
              <a:prstDash val="solid"/>
              <a:miter/>
            </a:ln>
          </p:spPr>
          <p:txBody>
            <a:bodyPr/>
            <a:lstStyle/>
            <a:p>
              <a:endParaRPr lang="ja-JP" altLang="en-US"/>
            </a:p>
          </p:txBody>
        </p:sp>
        <p:sp>
          <p:nvSpPr>
            <p:cNvPr id="14" name="TextBox 14"/>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2719024" y="4630077"/>
            <a:ext cx="5331923" cy="524507"/>
          </a:xfrm>
          <a:prstGeom prst="rect">
            <a:avLst/>
          </a:prstGeom>
        </p:spPr>
        <p:txBody>
          <a:bodyPr lIns="0" tIns="0" rIns="0" bIns="0" rtlCol="0" anchor="t">
            <a:spAutoFit/>
          </a:bodyPr>
          <a:lstStyle/>
          <a:p>
            <a:pPr marL="0" lvl="0" indent="0" algn="ctr">
              <a:lnSpc>
                <a:spcPts val="4480"/>
              </a:lnSpc>
              <a:spcBef>
                <a:spcPct val="0"/>
              </a:spcBef>
            </a:pPr>
            <a:r>
              <a:rPr lang="en-US" sz="2800" b="1" spc="140">
                <a:solidFill>
                  <a:srgbClr val="000000"/>
                </a:solidFill>
                <a:latin typeface="Noto Sans JP Heavy"/>
                <a:ea typeface="Noto Sans JP Heavy"/>
                <a:cs typeface="Noto Sans JP Heavy"/>
                <a:sym typeface="Noto Sans JP Heavy"/>
              </a:rPr>
              <a:t>良い図解</a:t>
            </a:r>
          </a:p>
        </p:txBody>
      </p:sp>
      <p:sp>
        <p:nvSpPr>
          <p:cNvPr id="16" name="TextBox 16"/>
          <p:cNvSpPr txBox="1"/>
          <p:nvPr/>
        </p:nvSpPr>
        <p:spPr>
          <a:xfrm>
            <a:off x="2719024" y="5629114"/>
            <a:ext cx="5331923" cy="2131690"/>
          </a:xfrm>
          <a:prstGeom prst="rect">
            <a:avLst/>
          </a:prstGeom>
        </p:spPr>
        <p:txBody>
          <a:bodyPr lIns="0" tIns="0" rIns="0" bIns="0" rtlCol="0" anchor="t">
            <a:spAutoFit/>
          </a:bodyPr>
          <a:lstStyle/>
          <a:p>
            <a:pPr marL="518173" lvl="1" indent="-259086" algn="l">
              <a:lnSpc>
                <a:spcPts val="4320"/>
              </a:lnSpc>
              <a:spcBef>
                <a:spcPct val="0"/>
              </a:spcBef>
              <a:buFont typeface="Arial"/>
              <a:buChar char="•"/>
            </a:pPr>
            <a:r>
              <a:rPr lang="en-US" sz="2400" u="none" strike="noStrike">
                <a:solidFill>
                  <a:srgbClr val="000000"/>
                </a:solidFill>
                <a:latin typeface="Noto Sans JP"/>
                <a:ea typeface="Noto Sans JP"/>
                <a:cs typeface="Noto Sans JP"/>
                <a:sym typeface="Noto Sans JP"/>
              </a:rPr>
              <a:t>シンプルで明確</a:t>
            </a:r>
          </a:p>
          <a:p>
            <a:pPr marL="518173" lvl="1" indent="-259086" algn="l">
              <a:lnSpc>
                <a:spcPts val="4320"/>
              </a:lnSpc>
              <a:spcBef>
                <a:spcPct val="0"/>
              </a:spcBef>
              <a:buFont typeface="Arial"/>
              <a:buChar char="•"/>
            </a:pPr>
            <a:r>
              <a:rPr lang="en-US" sz="2400" u="none" strike="noStrike">
                <a:solidFill>
                  <a:srgbClr val="000000"/>
                </a:solidFill>
                <a:latin typeface="Noto Sans JP"/>
                <a:ea typeface="Noto Sans JP"/>
                <a:cs typeface="Noto Sans JP"/>
                <a:sym typeface="Noto Sans JP"/>
              </a:rPr>
              <a:t>視覚的な流れを意識</a:t>
            </a:r>
          </a:p>
          <a:p>
            <a:pPr marL="518173" lvl="1" indent="-259086" algn="l">
              <a:lnSpc>
                <a:spcPts val="4320"/>
              </a:lnSpc>
              <a:spcBef>
                <a:spcPct val="0"/>
              </a:spcBef>
              <a:buFont typeface="Arial"/>
              <a:buChar char="•"/>
            </a:pPr>
            <a:r>
              <a:rPr lang="en-US" sz="2400" u="none" strike="noStrike">
                <a:solidFill>
                  <a:srgbClr val="000000"/>
                </a:solidFill>
                <a:latin typeface="Noto Sans JP"/>
                <a:ea typeface="Noto Sans JP"/>
                <a:cs typeface="Noto Sans JP"/>
                <a:sym typeface="Noto Sans JP"/>
              </a:rPr>
              <a:t>適切な色の使用</a:t>
            </a:r>
          </a:p>
          <a:p>
            <a:pPr marL="518173" lvl="1" indent="-259086" algn="l">
              <a:lnSpc>
                <a:spcPts val="4320"/>
              </a:lnSpc>
              <a:spcBef>
                <a:spcPct val="0"/>
              </a:spcBef>
              <a:buFont typeface="Arial"/>
              <a:buChar char="•"/>
            </a:pPr>
            <a:r>
              <a:rPr lang="en-US" sz="2400" u="none" strike="noStrike">
                <a:solidFill>
                  <a:srgbClr val="000000"/>
                </a:solidFill>
                <a:latin typeface="Noto Sans JP"/>
                <a:ea typeface="Noto Sans JP"/>
                <a:cs typeface="Noto Sans JP"/>
                <a:sym typeface="Noto Sans JP"/>
              </a:rPr>
              <a:t>適切なアイコンやイラストの使用</a:t>
            </a:r>
          </a:p>
        </p:txBody>
      </p:sp>
      <p:grpSp>
        <p:nvGrpSpPr>
          <p:cNvPr id="17" name="Group 17"/>
          <p:cNvGrpSpPr/>
          <p:nvPr/>
        </p:nvGrpSpPr>
        <p:grpSpPr>
          <a:xfrm>
            <a:off x="9347743" y="2607138"/>
            <a:ext cx="7110542" cy="6133095"/>
            <a:chOff x="0" y="0"/>
            <a:chExt cx="1872735" cy="1615301"/>
          </a:xfrm>
        </p:grpSpPr>
        <p:sp>
          <p:nvSpPr>
            <p:cNvPr id="18" name="Freeform 18"/>
            <p:cNvSpPr/>
            <p:nvPr/>
          </p:nvSpPr>
          <p:spPr>
            <a:xfrm>
              <a:off x="0" y="0"/>
              <a:ext cx="1872735" cy="1615301"/>
            </a:xfrm>
            <a:custGeom>
              <a:avLst/>
              <a:gdLst/>
              <a:ahLst/>
              <a:cxnLst/>
              <a:rect l="l" t="t" r="r" b="b"/>
              <a:pathLst>
                <a:path w="1872735" h="1615301">
                  <a:moveTo>
                    <a:pt x="10888" y="0"/>
                  </a:moveTo>
                  <a:lnTo>
                    <a:pt x="1861848" y="0"/>
                  </a:lnTo>
                  <a:cubicBezTo>
                    <a:pt x="1864735" y="0"/>
                    <a:pt x="1867505" y="1147"/>
                    <a:pt x="1869547" y="3189"/>
                  </a:cubicBezTo>
                  <a:cubicBezTo>
                    <a:pt x="1871588" y="5231"/>
                    <a:pt x="1872735" y="8000"/>
                    <a:pt x="1872735" y="10888"/>
                  </a:cubicBezTo>
                  <a:lnTo>
                    <a:pt x="1872735" y="1604413"/>
                  </a:lnTo>
                  <a:cubicBezTo>
                    <a:pt x="1872735" y="1610426"/>
                    <a:pt x="1867861" y="1615301"/>
                    <a:pt x="1861848" y="1615301"/>
                  </a:cubicBezTo>
                  <a:lnTo>
                    <a:pt x="10888" y="1615301"/>
                  </a:lnTo>
                  <a:cubicBezTo>
                    <a:pt x="4875" y="1615301"/>
                    <a:pt x="0" y="1610426"/>
                    <a:pt x="0" y="1604413"/>
                  </a:cubicBezTo>
                  <a:lnTo>
                    <a:pt x="0" y="10888"/>
                  </a:lnTo>
                  <a:cubicBezTo>
                    <a:pt x="0" y="4875"/>
                    <a:pt x="4875" y="0"/>
                    <a:pt x="10888" y="0"/>
                  </a:cubicBezTo>
                  <a:close/>
                </a:path>
              </a:pathLst>
            </a:custGeom>
            <a:solidFill>
              <a:srgbClr val="FFFFFF"/>
            </a:solidFill>
            <a:ln w="9525" cap="sq">
              <a:solidFill>
                <a:srgbClr val="A6A6A6"/>
              </a:solidFill>
              <a:prstDash val="solid"/>
              <a:miter/>
            </a:ln>
          </p:spPr>
          <p:txBody>
            <a:bodyPr/>
            <a:lstStyle/>
            <a:p>
              <a:endParaRPr lang="ja-JP" altLang="en-US"/>
            </a:p>
          </p:txBody>
        </p:sp>
        <p:sp>
          <p:nvSpPr>
            <p:cNvPr id="19" name="TextBox 19"/>
            <p:cNvSpPr txBox="1"/>
            <p:nvPr/>
          </p:nvSpPr>
          <p:spPr>
            <a:xfrm>
              <a:off x="0" y="-28575"/>
              <a:ext cx="1872735" cy="1643876"/>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0237052" y="4630077"/>
            <a:ext cx="5331923" cy="524507"/>
          </a:xfrm>
          <a:prstGeom prst="rect">
            <a:avLst/>
          </a:prstGeom>
        </p:spPr>
        <p:txBody>
          <a:bodyPr lIns="0" tIns="0" rIns="0" bIns="0" rtlCol="0" anchor="t">
            <a:spAutoFit/>
          </a:bodyPr>
          <a:lstStyle/>
          <a:p>
            <a:pPr marL="0" lvl="0" indent="0" algn="ctr">
              <a:lnSpc>
                <a:spcPts val="4480"/>
              </a:lnSpc>
              <a:spcBef>
                <a:spcPct val="0"/>
              </a:spcBef>
            </a:pPr>
            <a:r>
              <a:rPr lang="en-US" sz="2800" b="1" spc="140">
                <a:solidFill>
                  <a:srgbClr val="000000"/>
                </a:solidFill>
                <a:latin typeface="Noto Sans JP Heavy"/>
                <a:ea typeface="Noto Sans JP Heavy"/>
                <a:cs typeface="Noto Sans JP Heavy"/>
                <a:sym typeface="Noto Sans JP Heavy"/>
              </a:rPr>
              <a:t>悪い図解</a:t>
            </a:r>
          </a:p>
        </p:txBody>
      </p:sp>
      <p:sp>
        <p:nvSpPr>
          <p:cNvPr id="21" name="TextBox 21"/>
          <p:cNvSpPr txBox="1"/>
          <p:nvPr/>
        </p:nvSpPr>
        <p:spPr>
          <a:xfrm>
            <a:off x="10237052" y="5629114"/>
            <a:ext cx="5331923" cy="2131690"/>
          </a:xfrm>
          <a:prstGeom prst="rect">
            <a:avLst/>
          </a:prstGeom>
        </p:spPr>
        <p:txBody>
          <a:bodyPr lIns="0" tIns="0" rIns="0" bIns="0" rtlCol="0" anchor="t">
            <a:spAutoFit/>
          </a:bodyPr>
          <a:lstStyle/>
          <a:p>
            <a:pPr marL="518173" lvl="1" indent="-259086" algn="l">
              <a:lnSpc>
                <a:spcPts val="4320"/>
              </a:lnSpc>
              <a:spcBef>
                <a:spcPct val="0"/>
              </a:spcBef>
              <a:buFont typeface="Arial"/>
              <a:buChar char="•"/>
            </a:pPr>
            <a:r>
              <a:rPr lang="en-US" sz="2400" u="none" strike="noStrike">
                <a:solidFill>
                  <a:srgbClr val="000000"/>
                </a:solidFill>
                <a:latin typeface="Noto Sans JP"/>
                <a:ea typeface="Noto Sans JP"/>
                <a:cs typeface="Noto Sans JP"/>
                <a:sym typeface="Noto Sans JP"/>
              </a:rPr>
              <a:t>情報過多で複雑</a:t>
            </a:r>
          </a:p>
          <a:p>
            <a:pPr marL="518173" lvl="1" indent="-259086" algn="l">
              <a:lnSpc>
                <a:spcPts val="4320"/>
              </a:lnSpc>
              <a:spcBef>
                <a:spcPct val="0"/>
              </a:spcBef>
              <a:buFont typeface="Arial"/>
              <a:buChar char="•"/>
            </a:pPr>
            <a:r>
              <a:rPr lang="en-US" sz="2400" u="none" strike="noStrike">
                <a:solidFill>
                  <a:srgbClr val="000000"/>
                </a:solidFill>
                <a:latin typeface="Noto Sans JP"/>
                <a:ea typeface="Noto Sans JP"/>
                <a:cs typeface="Noto Sans JP"/>
                <a:sym typeface="Noto Sans JP"/>
              </a:rPr>
              <a:t>視覚的な流れが不明瞭</a:t>
            </a:r>
          </a:p>
          <a:p>
            <a:pPr marL="518173" lvl="1" indent="-259086" algn="l">
              <a:lnSpc>
                <a:spcPts val="4320"/>
              </a:lnSpc>
              <a:spcBef>
                <a:spcPct val="0"/>
              </a:spcBef>
              <a:buFont typeface="Arial"/>
              <a:buChar char="•"/>
            </a:pPr>
            <a:r>
              <a:rPr lang="en-US" sz="2400" u="none" strike="noStrike">
                <a:solidFill>
                  <a:srgbClr val="000000"/>
                </a:solidFill>
                <a:latin typeface="Noto Sans JP"/>
                <a:ea typeface="Noto Sans JP"/>
                <a:cs typeface="Noto Sans JP"/>
                <a:sym typeface="Noto Sans JP"/>
              </a:rPr>
              <a:t>色の乱用</a:t>
            </a:r>
          </a:p>
          <a:p>
            <a:pPr marL="518173" lvl="1" indent="-259086" algn="l">
              <a:lnSpc>
                <a:spcPts val="4320"/>
              </a:lnSpc>
              <a:spcBef>
                <a:spcPct val="0"/>
              </a:spcBef>
              <a:buFont typeface="Arial"/>
              <a:buChar char="•"/>
            </a:pPr>
            <a:r>
              <a:rPr lang="en-US" sz="2400" u="none" strike="noStrike">
                <a:solidFill>
                  <a:srgbClr val="000000"/>
                </a:solidFill>
                <a:latin typeface="Noto Sans JP"/>
                <a:ea typeface="Noto Sans JP"/>
                <a:cs typeface="Noto Sans JP"/>
                <a:sym typeface="Noto Sans JP"/>
              </a:rPr>
              <a:t>過剰な装飾や無関係なアイコン</a:t>
            </a:r>
          </a:p>
        </p:txBody>
      </p:sp>
      <p:grpSp>
        <p:nvGrpSpPr>
          <p:cNvPr id="22" name="Group 22"/>
          <p:cNvGrpSpPr/>
          <p:nvPr/>
        </p:nvGrpSpPr>
        <p:grpSpPr>
          <a:xfrm>
            <a:off x="12382357" y="3320490"/>
            <a:ext cx="1041314" cy="1041314"/>
            <a:chOff x="0" y="0"/>
            <a:chExt cx="1388419" cy="1388419"/>
          </a:xfrm>
        </p:grpSpPr>
        <p:sp>
          <p:nvSpPr>
            <p:cNvPr id="23" name="AutoShape 23"/>
            <p:cNvSpPr/>
            <p:nvPr/>
          </p:nvSpPr>
          <p:spPr>
            <a:xfrm>
              <a:off x="116743" y="116743"/>
              <a:ext cx="1154932" cy="1154932"/>
            </a:xfrm>
            <a:prstGeom prst="line">
              <a:avLst/>
            </a:prstGeom>
            <a:ln w="330200" cap="flat">
              <a:solidFill>
                <a:srgbClr val="A6A6A6"/>
              </a:solidFill>
              <a:prstDash val="solid"/>
              <a:headEnd type="none" w="sm" len="sm"/>
              <a:tailEnd type="none" w="sm" len="sm"/>
            </a:ln>
          </p:spPr>
          <p:txBody>
            <a:bodyPr/>
            <a:lstStyle/>
            <a:p>
              <a:endParaRPr lang="ja-JP" altLang="en-US"/>
            </a:p>
          </p:txBody>
        </p:sp>
        <p:sp>
          <p:nvSpPr>
            <p:cNvPr id="24" name="AutoShape 24"/>
            <p:cNvSpPr/>
            <p:nvPr/>
          </p:nvSpPr>
          <p:spPr>
            <a:xfrm flipV="1">
              <a:off x="116743" y="116743"/>
              <a:ext cx="1154932" cy="1154932"/>
            </a:xfrm>
            <a:prstGeom prst="line">
              <a:avLst/>
            </a:prstGeom>
            <a:ln w="330200" cap="flat">
              <a:solidFill>
                <a:srgbClr val="A6A6A6"/>
              </a:solidFill>
              <a:prstDash val="solid"/>
              <a:headEnd type="none" w="sm" len="sm"/>
              <a:tailEnd type="none" w="sm" len="sm"/>
            </a:ln>
          </p:spPr>
          <p:txBody>
            <a:bodyPr/>
            <a:lstStyle/>
            <a:p>
              <a:endParaRPr lang="ja-JP"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8" name="TextBox 8"/>
          <p:cNvSpPr txBox="1"/>
          <p:nvPr/>
        </p:nvSpPr>
        <p:spPr>
          <a:xfrm>
            <a:off x="2318172" y="674629"/>
            <a:ext cx="13651656" cy="528319"/>
          </a:xfrm>
          <a:prstGeom prst="rect">
            <a:avLst/>
          </a:prstGeom>
        </p:spPr>
        <p:txBody>
          <a:bodyPr lIns="0" tIns="0" rIns="0" bIns="0" rtlCol="0" anchor="t">
            <a:spAutoFit/>
          </a:bodyPr>
          <a:lstStyle/>
          <a:p>
            <a:pPr algn="ctr">
              <a:lnSpc>
                <a:spcPts val="4480"/>
              </a:lnSpc>
            </a:pPr>
            <a:r>
              <a:rPr lang="en-US" sz="3200" b="1" spc="160" dirty="0">
                <a:solidFill>
                  <a:srgbClr val="000000"/>
                </a:solidFill>
                <a:latin typeface="Noto Sans JP Heavy"/>
                <a:ea typeface="Noto Sans JP Heavy"/>
                <a:cs typeface="Noto Sans JP Heavy"/>
                <a:sym typeface="Noto Sans JP Heavy"/>
              </a:rPr>
              <a:t>[ </a:t>
            </a:r>
            <a:r>
              <a:rPr lang="en-US" sz="3200" b="1" spc="160" dirty="0" err="1">
                <a:solidFill>
                  <a:srgbClr val="000000"/>
                </a:solidFill>
                <a:latin typeface="Noto Sans JP Heavy"/>
                <a:ea typeface="Noto Sans JP Heavy"/>
                <a:cs typeface="Noto Sans JP Heavy"/>
                <a:sym typeface="Noto Sans JP Heavy"/>
              </a:rPr>
              <a:t>伝わりやすい図解の作成ステップ</a:t>
            </a:r>
            <a:r>
              <a:rPr lang="en-US" sz="3200" b="1" spc="160" dirty="0">
                <a:solidFill>
                  <a:srgbClr val="000000"/>
                </a:solidFill>
                <a:latin typeface="Noto Sans JP Heavy"/>
                <a:ea typeface="Noto Sans JP Heavy"/>
                <a:cs typeface="Noto Sans JP Heavy"/>
                <a:sym typeface="Noto Sans JP Heavy"/>
              </a:rPr>
              <a:t> ]</a:t>
            </a:r>
          </a:p>
        </p:txBody>
      </p:sp>
      <p:grpSp>
        <p:nvGrpSpPr>
          <p:cNvPr id="9" name="Group 9"/>
          <p:cNvGrpSpPr/>
          <p:nvPr/>
        </p:nvGrpSpPr>
        <p:grpSpPr>
          <a:xfrm>
            <a:off x="1551150" y="3076016"/>
            <a:ext cx="3518696" cy="4467634"/>
            <a:chOff x="0" y="0"/>
            <a:chExt cx="926735" cy="1176661"/>
          </a:xfrm>
        </p:grpSpPr>
        <p:sp>
          <p:nvSpPr>
            <p:cNvPr id="10" name="Freeform 10"/>
            <p:cNvSpPr/>
            <p:nvPr/>
          </p:nvSpPr>
          <p:spPr>
            <a:xfrm>
              <a:off x="0" y="0"/>
              <a:ext cx="926735" cy="1176661"/>
            </a:xfrm>
            <a:custGeom>
              <a:avLst/>
              <a:gdLst/>
              <a:ahLst/>
              <a:cxnLst/>
              <a:rect l="l" t="t" r="r" b="b"/>
              <a:pathLst>
                <a:path w="926735" h="1176661">
                  <a:moveTo>
                    <a:pt x="22002" y="0"/>
                  </a:moveTo>
                  <a:lnTo>
                    <a:pt x="904733" y="0"/>
                  </a:lnTo>
                  <a:cubicBezTo>
                    <a:pt x="916884" y="0"/>
                    <a:pt x="926735" y="9851"/>
                    <a:pt x="926735" y="22002"/>
                  </a:cubicBezTo>
                  <a:lnTo>
                    <a:pt x="926735" y="1154659"/>
                  </a:lnTo>
                  <a:cubicBezTo>
                    <a:pt x="926735" y="1160494"/>
                    <a:pt x="924417" y="1166090"/>
                    <a:pt x="920291" y="1170217"/>
                  </a:cubicBezTo>
                  <a:cubicBezTo>
                    <a:pt x="916164" y="1174343"/>
                    <a:pt x="910568" y="1176661"/>
                    <a:pt x="904733" y="1176661"/>
                  </a:cubicBezTo>
                  <a:lnTo>
                    <a:pt x="22002" y="1176661"/>
                  </a:lnTo>
                  <a:cubicBezTo>
                    <a:pt x="9851" y="1176661"/>
                    <a:pt x="0" y="1166810"/>
                    <a:pt x="0" y="1154659"/>
                  </a:cubicBezTo>
                  <a:lnTo>
                    <a:pt x="0" y="22002"/>
                  </a:lnTo>
                  <a:cubicBezTo>
                    <a:pt x="0" y="9851"/>
                    <a:pt x="9851" y="0"/>
                    <a:pt x="22002" y="0"/>
                  </a:cubicBezTo>
                  <a:close/>
                </a:path>
              </a:pathLst>
            </a:custGeom>
            <a:solidFill>
              <a:srgbClr val="FFFFFF"/>
            </a:solidFill>
            <a:ln w="9525" cap="sq">
              <a:solidFill>
                <a:srgbClr val="A6A6A6"/>
              </a:solidFill>
              <a:prstDash val="solid"/>
              <a:miter/>
            </a:ln>
          </p:spPr>
          <p:txBody>
            <a:bodyPr/>
            <a:lstStyle/>
            <a:p>
              <a:endParaRPr lang="ja-JP" altLang="en-US"/>
            </a:p>
          </p:txBody>
        </p:sp>
        <p:sp>
          <p:nvSpPr>
            <p:cNvPr id="11" name="TextBox 11"/>
            <p:cNvSpPr txBox="1"/>
            <p:nvPr/>
          </p:nvSpPr>
          <p:spPr>
            <a:xfrm>
              <a:off x="0" y="-28575"/>
              <a:ext cx="926735" cy="1205236"/>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440151" y="3076016"/>
            <a:ext cx="3518696" cy="4467634"/>
            <a:chOff x="0" y="0"/>
            <a:chExt cx="926735" cy="1176661"/>
          </a:xfrm>
        </p:grpSpPr>
        <p:sp>
          <p:nvSpPr>
            <p:cNvPr id="13" name="Freeform 13"/>
            <p:cNvSpPr/>
            <p:nvPr/>
          </p:nvSpPr>
          <p:spPr>
            <a:xfrm>
              <a:off x="0" y="0"/>
              <a:ext cx="926735" cy="1176661"/>
            </a:xfrm>
            <a:custGeom>
              <a:avLst/>
              <a:gdLst/>
              <a:ahLst/>
              <a:cxnLst/>
              <a:rect l="l" t="t" r="r" b="b"/>
              <a:pathLst>
                <a:path w="926735" h="1176661">
                  <a:moveTo>
                    <a:pt x="22002" y="0"/>
                  </a:moveTo>
                  <a:lnTo>
                    <a:pt x="904733" y="0"/>
                  </a:lnTo>
                  <a:cubicBezTo>
                    <a:pt x="916884" y="0"/>
                    <a:pt x="926735" y="9851"/>
                    <a:pt x="926735" y="22002"/>
                  </a:cubicBezTo>
                  <a:lnTo>
                    <a:pt x="926735" y="1154659"/>
                  </a:lnTo>
                  <a:cubicBezTo>
                    <a:pt x="926735" y="1160494"/>
                    <a:pt x="924417" y="1166090"/>
                    <a:pt x="920291" y="1170217"/>
                  </a:cubicBezTo>
                  <a:cubicBezTo>
                    <a:pt x="916164" y="1174343"/>
                    <a:pt x="910568" y="1176661"/>
                    <a:pt x="904733" y="1176661"/>
                  </a:cubicBezTo>
                  <a:lnTo>
                    <a:pt x="22002" y="1176661"/>
                  </a:lnTo>
                  <a:cubicBezTo>
                    <a:pt x="9851" y="1176661"/>
                    <a:pt x="0" y="1166810"/>
                    <a:pt x="0" y="1154659"/>
                  </a:cubicBezTo>
                  <a:lnTo>
                    <a:pt x="0" y="22002"/>
                  </a:lnTo>
                  <a:cubicBezTo>
                    <a:pt x="0" y="9851"/>
                    <a:pt x="9851" y="0"/>
                    <a:pt x="22002" y="0"/>
                  </a:cubicBezTo>
                  <a:close/>
                </a:path>
              </a:pathLst>
            </a:custGeom>
            <a:solidFill>
              <a:srgbClr val="FFFFFF"/>
            </a:solidFill>
            <a:ln w="9525" cap="sq">
              <a:solidFill>
                <a:srgbClr val="A6A6A6"/>
              </a:solidFill>
              <a:prstDash val="solid"/>
              <a:miter/>
            </a:ln>
          </p:spPr>
          <p:txBody>
            <a:bodyPr/>
            <a:lstStyle/>
            <a:p>
              <a:endParaRPr lang="ja-JP" altLang="en-US"/>
            </a:p>
          </p:txBody>
        </p:sp>
        <p:sp>
          <p:nvSpPr>
            <p:cNvPr id="14" name="TextBox 14"/>
            <p:cNvSpPr txBox="1"/>
            <p:nvPr/>
          </p:nvSpPr>
          <p:spPr>
            <a:xfrm>
              <a:off x="0" y="-28575"/>
              <a:ext cx="926735" cy="1205236"/>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9329153" y="3076016"/>
            <a:ext cx="3518696" cy="4467634"/>
            <a:chOff x="0" y="0"/>
            <a:chExt cx="926735" cy="1176661"/>
          </a:xfrm>
        </p:grpSpPr>
        <p:sp>
          <p:nvSpPr>
            <p:cNvPr id="16" name="Freeform 16"/>
            <p:cNvSpPr/>
            <p:nvPr/>
          </p:nvSpPr>
          <p:spPr>
            <a:xfrm>
              <a:off x="0" y="0"/>
              <a:ext cx="926735" cy="1176661"/>
            </a:xfrm>
            <a:custGeom>
              <a:avLst/>
              <a:gdLst/>
              <a:ahLst/>
              <a:cxnLst/>
              <a:rect l="l" t="t" r="r" b="b"/>
              <a:pathLst>
                <a:path w="926735" h="1176661">
                  <a:moveTo>
                    <a:pt x="22002" y="0"/>
                  </a:moveTo>
                  <a:lnTo>
                    <a:pt x="904733" y="0"/>
                  </a:lnTo>
                  <a:cubicBezTo>
                    <a:pt x="916884" y="0"/>
                    <a:pt x="926735" y="9851"/>
                    <a:pt x="926735" y="22002"/>
                  </a:cubicBezTo>
                  <a:lnTo>
                    <a:pt x="926735" y="1154659"/>
                  </a:lnTo>
                  <a:cubicBezTo>
                    <a:pt x="926735" y="1160494"/>
                    <a:pt x="924417" y="1166090"/>
                    <a:pt x="920291" y="1170217"/>
                  </a:cubicBezTo>
                  <a:cubicBezTo>
                    <a:pt x="916164" y="1174343"/>
                    <a:pt x="910568" y="1176661"/>
                    <a:pt x="904733" y="1176661"/>
                  </a:cubicBezTo>
                  <a:lnTo>
                    <a:pt x="22002" y="1176661"/>
                  </a:lnTo>
                  <a:cubicBezTo>
                    <a:pt x="9851" y="1176661"/>
                    <a:pt x="0" y="1166810"/>
                    <a:pt x="0" y="1154659"/>
                  </a:cubicBezTo>
                  <a:lnTo>
                    <a:pt x="0" y="22002"/>
                  </a:lnTo>
                  <a:cubicBezTo>
                    <a:pt x="0" y="9851"/>
                    <a:pt x="9851" y="0"/>
                    <a:pt x="22002" y="0"/>
                  </a:cubicBezTo>
                  <a:close/>
                </a:path>
              </a:pathLst>
            </a:custGeom>
            <a:solidFill>
              <a:srgbClr val="FFFFFF"/>
            </a:solidFill>
            <a:ln w="9525" cap="sq">
              <a:solidFill>
                <a:srgbClr val="A6A6A6"/>
              </a:solidFill>
              <a:prstDash val="solid"/>
              <a:miter/>
            </a:ln>
          </p:spPr>
          <p:txBody>
            <a:bodyPr/>
            <a:lstStyle/>
            <a:p>
              <a:endParaRPr lang="ja-JP" altLang="en-US"/>
            </a:p>
          </p:txBody>
        </p:sp>
        <p:sp>
          <p:nvSpPr>
            <p:cNvPr id="17" name="TextBox 17"/>
            <p:cNvSpPr txBox="1"/>
            <p:nvPr/>
          </p:nvSpPr>
          <p:spPr>
            <a:xfrm>
              <a:off x="0" y="-28575"/>
              <a:ext cx="926735" cy="1205236"/>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3218154" y="3076016"/>
            <a:ext cx="3518696" cy="4467634"/>
            <a:chOff x="0" y="0"/>
            <a:chExt cx="926735" cy="1176661"/>
          </a:xfrm>
        </p:grpSpPr>
        <p:sp>
          <p:nvSpPr>
            <p:cNvPr id="19" name="Freeform 19"/>
            <p:cNvSpPr/>
            <p:nvPr/>
          </p:nvSpPr>
          <p:spPr>
            <a:xfrm>
              <a:off x="0" y="0"/>
              <a:ext cx="926735" cy="1176661"/>
            </a:xfrm>
            <a:custGeom>
              <a:avLst/>
              <a:gdLst/>
              <a:ahLst/>
              <a:cxnLst/>
              <a:rect l="l" t="t" r="r" b="b"/>
              <a:pathLst>
                <a:path w="926735" h="1176661">
                  <a:moveTo>
                    <a:pt x="22002" y="0"/>
                  </a:moveTo>
                  <a:lnTo>
                    <a:pt x="904733" y="0"/>
                  </a:lnTo>
                  <a:cubicBezTo>
                    <a:pt x="916884" y="0"/>
                    <a:pt x="926735" y="9851"/>
                    <a:pt x="926735" y="22002"/>
                  </a:cubicBezTo>
                  <a:lnTo>
                    <a:pt x="926735" y="1154659"/>
                  </a:lnTo>
                  <a:cubicBezTo>
                    <a:pt x="926735" y="1160494"/>
                    <a:pt x="924417" y="1166090"/>
                    <a:pt x="920291" y="1170217"/>
                  </a:cubicBezTo>
                  <a:cubicBezTo>
                    <a:pt x="916164" y="1174343"/>
                    <a:pt x="910568" y="1176661"/>
                    <a:pt x="904733" y="1176661"/>
                  </a:cubicBezTo>
                  <a:lnTo>
                    <a:pt x="22002" y="1176661"/>
                  </a:lnTo>
                  <a:cubicBezTo>
                    <a:pt x="9851" y="1176661"/>
                    <a:pt x="0" y="1166810"/>
                    <a:pt x="0" y="1154659"/>
                  </a:cubicBezTo>
                  <a:lnTo>
                    <a:pt x="0" y="22002"/>
                  </a:lnTo>
                  <a:cubicBezTo>
                    <a:pt x="0" y="9851"/>
                    <a:pt x="9851" y="0"/>
                    <a:pt x="22002" y="0"/>
                  </a:cubicBezTo>
                  <a:close/>
                </a:path>
              </a:pathLst>
            </a:custGeom>
            <a:solidFill>
              <a:srgbClr val="FFFFFF"/>
            </a:solidFill>
            <a:ln w="9525" cap="sq">
              <a:solidFill>
                <a:srgbClr val="A6A6A6"/>
              </a:solidFill>
              <a:prstDash val="solid"/>
              <a:miter/>
            </a:ln>
          </p:spPr>
          <p:txBody>
            <a:bodyPr/>
            <a:lstStyle/>
            <a:p>
              <a:endParaRPr lang="ja-JP" altLang="en-US"/>
            </a:p>
          </p:txBody>
        </p:sp>
        <p:sp>
          <p:nvSpPr>
            <p:cNvPr id="20" name="TextBox 20"/>
            <p:cNvSpPr txBox="1"/>
            <p:nvPr/>
          </p:nvSpPr>
          <p:spPr>
            <a:xfrm>
              <a:off x="0" y="-28575"/>
              <a:ext cx="926735" cy="1205236"/>
            </a:xfrm>
            <a:prstGeom prst="rect">
              <a:avLst/>
            </a:prstGeom>
          </p:spPr>
          <p:txBody>
            <a:bodyPr lIns="50800" tIns="50800" rIns="50800" bIns="50800" rtlCol="0" anchor="ctr"/>
            <a:lstStyle/>
            <a:p>
              <a:pPr algn="ctr">
                <a:lnSpc>
                  <a:spcPts val="2659"/>
                </a:lnSpc>
              </a:pPr>
              <a:endParaRPr/>
            </a:p>
          </p:txBody>
        </p:sp>
      </p:grpSp>
      <p:sp>
        <p:nvSpPr>
          <p:cNvPr id="21" name="Freeform 21"/>
          <p:cNvSpPr/>
          <p:nvPr/>
        </p:nvSpPr>
        <p:spPr>
          <a:xfrm>
            <a:off x="6516525" y="3853494"/>
            <a:ext cx="1365949" cy="1441980"/>
          </a:xfrm>
          <a:custGeom>
            <a:avLst/>
            <a:gdLst/>
            <a:ahLst/>
            <a:cxnLst/>
            <a:rect l="l" t="t" r="r" b="b"/>
            <a:pathLst>
              <a:path w="1365949" h="1441980">
                <a:moveTo>
                  <a:pt x="0" y="0"/>
                </a:moveTo>
                <a:lnTo>
                  <a:pt x="1365949" y="0"/>
                </a:lnTo>
                <a:lnTo>
                  <a:pt x="1365949" y="1441981"/>
                </a:lnTo>
                <a:lnTo>
                  <a:pt x="0" y="14419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ja-JP" altLang="en-US"/>
          </a:p>
        </p:txBody>
      </p:sp>
      <p:sp>
        <p:nvSpPr>
          <p:cNvPr id="22" name="Freeform 22"/>
          <p:cNvSpPr/>
          <p:nvPr/>
        </p:nvSpPr>
        <p:spPr>
          <a:xfrm>
            <a:off x="10439609" y="3853494"/>
            <a:ext cx="1297782" cy="1441980"/>
          </a:xfrm>
          <a:custGeom>
            <a:avLst/>
            <a:gdLst/>
            <a:ahLst/>
            <a:cxnLst/>
            <a:rect l="l" t="t" r="r" b="b"/>
            <a:pathLst>
              <a:path w="1297782" h="1441980">
                <a:moveTo>
                  <a:pt x="0" y="0"/>
                </a:moveTo>
                <a:lnTo>
                  <a:pt x="1297783" y="0"/>
                </a:lnTo>
                <a:lnTo>
                  <a:pt x="1297783" y="1441981"/>
                </a:lnTo>
                <a:lnTo>
                  <a:pt x="0" y="14419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ja-JP" altLang="en-US"/>
          </a:p>
        </p:txBody>
      </p:sp>
      <p:sp>
        <p:nvSpPr>
          <p:cNvPr id="23" name="Freeform 23"/>
          <p:cNvSpPr/>
          <p:nvPr/>
        </p:nvSpPr>
        <p:spPr>
          <a:xfrm>
            <a:off x="14241589" y="3838571"/>
            <a:ext cx="1471826" cy="1471826"/>
          </a:xfrm>
          <a:custGeom>
            <a:avLst/>
            <a:gdLst/>
            <a:ahLst/>
            <a:cxnLst/>
            <a:rect l="l" t="t" r="r" b="b"/>
            <a:pathLst>
              <a:path w="1471826" h="1471826">
                <a:moveTo>
                  <a:pt x="0" y="0"/>
                </a:moveTo>
                <a:lnTo>
                  <a:pt x="1471826" y="0"/>
                </a:lnTo>
                <a:lnTo>
                  <a:pt x="1471826" y="1471826"/>
                </a:lnTo>
                <a:lnTo>
                  <a:pt x="0" y="1471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ja-JP" altLang="en-US"/>
          </a:p>
        </p:txBody>
      </p:sp>
      <p:sp>
        <p:nvSpPr>
          <p:cNvPr id="24" name="Freeform 24"/>
          <p:cNvSpPr/>
          <p:nvPr/>
        </p:nvSpPr>
        <p:spPr>
          <a:xfrm>
            <a:off x="2569231" y="3816684"/>
            <a:ext cx="1482534" cy="1515602"/>
          </a:xfrm>
          <a:custGeom>
            <a:avLst/>
            <a:gdLst/>
            <a:ahLst/>
            <a:cxnLst/>
            <a:rect l="l" t="t" r="r" b="b"/>
            <a:pathLst>
              <a:path w="1482534" h="1515602">
                <a:moveTo>
                  <a:pt x="0" y="0"/>
                </a:moveTo>
                <a:lnTo>
                  <a:pt x="1482534" y="0"/>
                </a:lnTo>
                <a:lnTo>
                  <a:pt x="1482534" y="1515601"/>
                </a:lnTo>
                <a:lnTo>
                  <a:pt x="0" y="151560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ja-JP" altLang="en-US"/>
          </a:p>
        </p:txBody>
      </p:sp>
      <p:sp>
        <p:nvSpPr>
          <p:cNvPr id="25" name="Freeform 25"/>
          <p:cNvSpPr/>
          <p:nvPr/>
        </p:nvSpPr>
        <p:spPr>
          <a:xfrm>
            <a:off x="5069846" y="4388486"/>
            <a:ext cx="542700" cy="371996"/>
          </a:xfrm>
          <a:custGeom>
            <a:avLst/>
            <a:gdLst/>
            <a:ahLst/>
            <a:cxnLst/>
            <a:rect l="l" t="t" r="r" b="b"/>
            <a:pathLst>
              <a:path w="542700" h="371996">
                <a:moveTo>
                  <a:pt x="0" y="0"/>
                </a:moveTo>
                <a:lnTo>
                  <a:pt x="542700" y="0"/>
                </a:lnTo>
                <a:lnTo>
                  <a:pt x="542700" y="371996"/>
                </a:lnTo>
                <a:lnTo>
                  <a:pt x="0" y="37199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ja-JP" altLang="en-US"/>
          </a:p>
        </p:txBody>
      </p:sp>
      <p:sp>
        <p:nvSpPr>
          <p:cNvPr id="26" name="Freeform 26"/>
          <p:cNvSpPr/>
          <p:nvPr/>
        </p:nvSpPr>
        <p:spPr>
          <a:xfrm>
            <a:off x="8958847" y="4388486"/>
            <a:ext cx="542700" cy="371996"/>
          </a:xfrm>
          <a:custGeom>
            <a:avLst/>
            <a:gdLst/>
            <a:ahLst/>
            <a:cxnLst/>
            <a:rect l="l" t="t" r="r" b="b"/>
            <a:pathLst>
              <a:path w="542700" h="371996">
                <a:moveTo>
                  <a:pt x="0" y="0"/>
                </a:moveTo>
                <a:lnTo>
                  <a:pt x="542700" y="0"/>
                </a:lnTo>
                <a:lnTo>
                  <a:pt x="542700" y="371996"/>
                </a:lnTo>
                <a:lnTo>
                  <a:pt x="0" y="37199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ja-JP" altLang="en-US"/>
          </a:p>
        </p:txBody>
      </p:sp>
      <p:sp>
        <p:nvSpPr>
          <p:cNvPr id="27" name="Freeform 27"/>
          <p:cNvSpPr/>
          <p:nvPr/>
        </p:nvSpPr>
        <p:spPr>
          <a:xfrm>
            <a:off x="12847849" y="4388486"/>
            <a:ext cx="542700" cy="371996"/>
          </a:xfrm>
          <a:custGeom>
            <a:avLst/>
            <a:gdLst/>
            <a:ahLst/>
            <a:cxnLst/>
            <a:rect l="l" t="t" r="r" b="b"/>
            <a:pathLst>
              <a:path w="542700" h="371996">
                <a:moveTo>
                  <a:pt x="0" y="0"/>
                </a:moveTo>
                <a:lnTo>
                  <a:pt x="542699" y="0"/>
                </a:lnTo>
                <a:lnTo>
                  <a:pt x="542699" y="371996"/>
                </a:lnTo>
                <a:lnTo>
                  <a:pt x="0" y="37199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ja-JP" altLang="en-US"/>
          </a:p>
        </p:txBody>
      </p:sp>
      <p:sp>
        <p:nvSpPr>
          <p:cNvPr id="28" name="TextBox 28"/>
          <p:cNvSpPr txBox="1"/>
          <p:nvPr/>
        </p:nvSpPr>
        <p:spPr>
          <a:xfrm>
            <a:off x="1990551" y="5746856"/>
            <a:ext cx="2639894"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目的を明確</a:t>
            </a:r>
          </a:p>
          <a:p>
            <a:pPr algn="ctr">
              <a:lnSpc>
                <a:spcPts val="4480"/>
              </a:lnSpc>
            </a:pPr>
            <a:r>
              <a:rPr lang="en-US" sz="2800" b="1" spc="140">
                <a:solidFill>
                  <a:srgbClr val="000000"/>
                </a:solidFill>
                <a:latin typeface="Noto Sans JP Heavy"/>
                <a:ea typeface="Noto Sans JP Heavy"/>
                <a:cs typeface="Noto Sans JP Heavy"/>
                <a:sym typeface="Noto Sans JP Heavy"/>
              </a:rPr>
              <a:t>にする</a:t>
            </a:r>
          </a:p>
        </p:txBody>
      </p:sp>
      <p:sp>
        <p:nvSpPr>
          <p:cNvPr id="29" name="TextBox 29"/>
          <p:cNvSpPr txBox="1"/>
          <p:nvPr/>
        </p:nvSpPr>
        <p:spPr>
          <a:xfrm>
            <a:off x="5879553" y="5746856"/>
            <a:ext cx="2639894"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情報を</a:t>
            </a:r>
          </a:p>
          <a:p>
            <a:pPr algn="ctr">
              <a:lnSpc>
                <a:spcPts val="4480"/>
              </a:lnSpc>
            </a:pPr>
            <a:r>
              <a:rPr lang="en-US" sz="2800" b="1" spc="140">
                <a:solidFill>
                  <a:srgbClr val="000000"/>
                </a:solidFill>
                <a:latin typeface="Noto Sans JP Heavy"/>
                <a:ea typeface="Noto Sans JP Heavy"/>
                <a:cs typeface="Noto Sans JP Heavy"/>
                <a:sym typeface="Noto Sans JP Heavy"/>
              </a:rPr>
              <a:t>整理する</a:t>
            </a:r>
          </a:p>
        </p:txBody>
      </p:sp>
      <p:sp>
        <p:nvSpPr>
          <p:cNvPr id="30" name="TextBox 30"/>
          <p:cNvSpPr txBox="1"/>
          <p:nvPr/>
        </p:nvSpPr>
        <p:spPr>
          <a:xfrm>
            <a:off x="9768554" y="5746856"/>
            <a:ext cx="2639894"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デザインを</a:t>
            </a:r>
          </a:p>
          <a:p>
            <a:pPr algn="ctr">
              <a:lnSpc>
                <a:spcPts val="4480"/>
              </a:lnSpc>
            </a:pPr>
            <a:r>
              <a:rPr lang="en-US" sz="2800" b="1" spc="140">
                <a:solidFill>
                  <a:srgbClr val="000000"/>
                </a:solidFill>
                <a:latin typeface="Noto Sans JP Heavy"/>
                <a:ea typeface="Noto Sans JP Heavy"/>
                <a:cs typeface="Noto Sans JP Heavy"/>
                <a:sym typeface="Noto Sans JP Heavy"/>
              </a:rPr>
              <a:t>決める</a:t>
            </a:r>
          </a:p>
        </p:txBody>
      </p:sp>
      <p:sp>
        <p:nvSpPr>
          <p:cNvPr id="31" name="TextBox 31"/>
          <p:cNvSpPr txBox="1"/>
          <p:nvPr/>
        </p:nvSpPr>
        <p:spPr>
          <a:xfrm>
            <a:off x="13657555" y="5746856"/>
            <a:ext cx="2639894"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フィードバックの収集</a:t>
            </a:r>
          </a:p>
        </p:txBody>
      </p:sp>
      <p:sp>
        <p:nvSpPr>
          <p:cNvPr id="32" name="TextBox 32"/>
          <p:cNvSpPr txBox="1"/>
          <p:nvPr/>
        </p:nvSpPr>
        <p:spPr>
          <a:xfrm>
            <a:off x="2138491" y="2843606"/>
            <a:ext cx="2344014" cy="388620"/>
          </a:xfrm>
          <a:prstGeom prst="rect">
            <a:avLst/>
          </a:prstGeom>
        </p:spPr>
        <p:txBody>
          <a:bodyPr lIns="0" tIns="0" rIns="0" bIns="0" rtlCol="0" anchor="t">
            <a:spAutoFit/>
          </a:bodyPr>
          <a:lstStyle/>
          <a:p>
            <a:pPr algn="ctr">
              <a:lnSpc>
                <a:spcPts val="3360"/>
              </a:lnSpc>
            </a:pPr>
            <a:r>
              <a:rPr lang="en-US" sz="2100" b="1" spc="105">
                <a:solidFill>
                  <a:srgbClr val="FFFFFF"/>
                </a:solidFill>
                <a:latin typeface="Noto Sans JP Heavy"/>
                <a:ea typeface="Noto Sans JP Heavy"/>
                <a:cs typeface="Noto Sans JP Heavy"/>
                <a:sym typeface="Noto Sans JP Heavy"/>
              </a:rPr>
              <a:t>ステップ01</a:t>
            </a:r>
          </a:p>
        </p:txBody>
      </p:sp>
      <p:sp>
        <p:nvSpPr>
          <p:cNvPr id="33" name="TextBox 33"/>
          <p:cNvSpPr txBox="1"/>
          <p:nvPr/>
        </p:nvSpPr>
        <p:spPr>
          <a:xfrm>
            <a:off x="6027492" y="2843606"/>
            <a:ext cx="2344014" cy="388620"/>
          </a:xfrm>
          <a:prstGeom prst="rect">
            <a:avLst/>
          </a:prstGeom>
        </p:spPr>
        <p:txBody>
          <a:bodyPr lIns="0" tIns="0" rIns="0" bIns="0" rtlCol="0" anchor="t">
            <a:spAutoFit/>
          </a:bodyPr>
          <a:lstStyle/>
          <a:p>
            <a:pPr algn="ctr">
              <a:lnSpc>
                <a:spcPts val="3360"/>
              </a:lnSpc>
            </a:pPr>
            <a:r>
              <a:rPr lang="en-US" sz="2100" b="1" spc="105">
                <a:solidFill>
                  <a:srgbClr val="FFFFFF"/>
                </a:solidFill>
                <a:latin typeface="Noto Sans JP Heavy"/>
                <a:ea typeface="Noto Sans JP Heavy"/>
                <a:cs typeface="Noto Sans JP Heavy"/>
                <a:sym typeface="Noto Sans JP Heavy"/>
              </a:rPr>
              <a:t>ステップ02</a:t>
            </a:r>
          </a:p>
        </p:txBody>
      </p:sp>
      <p:sp>
        <p:nvSpPr>
          <p:cNvPr id="34" name="TextBox 34"/>
          <p:cNvSpPr txBox="1"/>
          <p:nvPr/>
        </p:nvSpPr>
        <p:spPr>
          <a:xfrm>
            <a:off x="9916494" y="2843606"/>
            <a:ext cx="2344014" cy="388620"/>
          </a:xfrm>
          <a:prstGeom prst="rect">
            <a:avLst/>
          </a:prstGeom>
        </p:spPr>
        <p:txBody>
          <a:bodyPr lIns="0" tIns="0" rIns="0" bIns="0" rtlCol="0" anchor="t">
            <a:spAutoFit/>
          </a:bodyPr>
          <a:lstStyle/>
          <a:p>
            <a:pPr algn="ctr">
              <a:lnSpc>
                <a:spcPts val="3360"/>
              </a:lnSpc>
            </a:pPr>
            <a:r>
              <a:rPr lang="en-US" sz="2100" b="1" spc="105">
                <a:solidFill>
                  <a:srgbClr val="FFFFFF"/>
                </a:solidFill>
                <a:latin typeface="Noto Sans JP Heavy"/>
                <a:ea typeface="Noto Sans JP Heavy"/>
                <a:cs typeface="Noto Sans JP Heavy"/>
                <a:sym typeface="Noto Sans JP Heavy"/>
              </a:rPr>
              <a:t>ステップ03</a:t>
            </a:r>
          </a:p>
        </p:txBody>
      </p:sp>
      <p:sp>
        <p:nvSpPr>
          <p:cNvPr id="35" name="TextBox 35"/>
          <p:cNvSpPr txBox="1"/>
          <p:nvPr/>
        </p:nvSpPr>
        <p:spPr>
          <a:xfrm>
            <a:off x="13805495" y="2843606"/>
            <a:ext cx="2344014" cy="388620"/>
          </a:xfrm>
          <a:prstGeom prst="rect">
            <a:avLst/>
          </a:prstGeom>
        </p:spPr>
        <p:txBody>
          <a:bodyPr lIns="0" tIns="0" rIns="0" bIns="0" rtlCol="0" anchor="t">
            <a:spAutoFit/>
          </a:bodyPr>
          <a:lstStyle/>
          <a:p>
            <a:pPr algn="ctr">
              <a:lnSpc>
                <a:spcPts val="3360"/>
              </a:lnSpc>
            </a:pPr>
            <a:r>
              <a:rPr lang="en-US" sz="2100" b="1" spc="105">
                <a:solidFill>
                  <a:srgbClr val="FFFFFF"/>
                </a:solidFill>
                <a:latin typeface="Noto Sans JP Heavy"/>
                <a:ea typeface="Noto Sans JP Heavy"/>
                <a:cs typeface="Noto Sans JP Heavy"/>
                <a:sym typeface="Noto Sans JP Heavy"/>
              </a:rPr>
              <a:t>ステップ04</a:t>
            </a:r>
          </a:p>
        </p:txBody>
      </p:sp>
      <p:sp>
        <p:nvSpPr>
          <p:cNvPr id="36" name="TextBox 36"/>
          <p:cNvSpPr txBox="1"/>
          <p:nvPr/>
        </p:nvSpPr>
        <p:spPr>
          <a:xfrm>
            <a:off x="1631255" y="8297212"/>
            <a:ext cx="15105595" cy="502915"/>
          </a:xfrm>
          <a:prstGeom prst="rect">
            <a:avLst/>
          </a:prstGeom>
        </p:spPr>
        <p:txBody>
          <a:bodyPr lIns="0" tIns="0" rIns="0" bIns="0" rtlCol="0" anchor="t">
            <a:spAutoFit/>
          </a:bodyPr>
          <a:lstStyle/>
          <a:p>
            <a:pPr marL="0" lvl="0" indent="0" algn="ctr">
              <a:lnSpc>
                <a:spcPts val="4320"/>
              </a:lnSpc>
              <a:spcBef>
                <a:spcPct val="0"/>
              </a:spcBef>
            </a:pPr>
            <a:r>
              <a:rPr lang="en-US" sz="2400" u="none" strike="noStrike" dirty="0" err="1">
                <a:solidFill>
                  <a:srgbClr val="000000"/>
                </a:solidFill>
                <a:latin typeface="Noto Sans JP"/>
                <a:ea typeface="Noto Sans JP"/>
                <a:cs typeface="Noto Sans JP"/>
                <a:sym typeface="Noto Sans JP"/>
              </a:rPr>
              <a:t>図解を作成する目的を明確にし、視聴者に何を伝えたいのかをはっきりさせます</a:t>
            </a:r>
            <a:r>
              <a:rPr lang="en-US" sz="2400" u="none" strike="noStrike" dirty="0">
                <a:solidFill>
                  <a:srgbClr val="000000"/>
                </a:solidFill>
                <a:latin typeface="Noto Sans JP"/>
                <a:ea typeface="Noto Sans JP"/>
                <a:cs typeface="Noto Sans JP"/>
                <a:sym typeface="Noto Sans JP"/>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8" name="TextBox 8"/>
          <p:cNvSpPr txBox="1"/>
          <p:nvPr/>
        </p:nvSpPr>
        <p:spPr>
          <a:xfrm>
            <a:off x="2318172" y="698000"/>
            <a:ext cx="13651656" cy="528319"/>
          </a:xfrm>
          <a:prstGeom prst="rect">
            <a:avLst/>
          </a:prstGeom>
        </p:spPr>
        <p:txBody>
          <a:bodyPr lIns="0" tIns="0" rIns="0" bIns="0" rtlCol="0" anchor="t">
            <a:spAutoFit/>
          </a:bodyPr>
          <a:lstStyle/>
          <a:p>
            <a:pPr algn="ctr">
              <a:lnSpc>
                <a:spcPts val="4480"/>
              </a:lnSpc>
            </a:pPr>
            <a:r>
              <a:rPr lang="en-US" sz="3200" b="1" spc="160" dirty="0">
                <a:solidFill>
                  <a:srgbClr val="000000"/>
                </a:solidFill>
                <a:latin typeface="Noto Sans JP Heavy"/>
                <a:ea typeface="Noto Sans JP Heavy"/>
                <a:cs typeface="Noto Sans JP Heavy"/>
                <a:sym typeface="Noto Sans JP Heavy"/>
              </a:rPr>
              <a:t>[ </a:t>
            </a:r>
            <a:r>
              <a:rPr lang="en-US" sz="3200" b="1" spc="160" dirty="0" err="1">
                <a:solidFill>
                  <a:srgbClr val="000000"/>
                </a:solidFill>
                <a:latin typeface="Noto Sans JP Heavy"/>
                <a:ea typeface="Noto Sans JP Heavy"/>
                <a:cs typeface="Noto Sans JP Heavy"/>
                <a:sym typeface="Noto Sans JP Heavy"/>
              </a:rPr>
              <a:t>まとめ</a:t>
            </a:r>
            <a:r>
              <a:rPr lang="en-US" sz="3200" b="1" spc="160" dirty="0">
                <a:solidFill>
                  <a:srgbClr val="000000"/>
                </a:solidFill>
                <a:latin typeface="Noto Sans JP Heavy"/>
                <a:ea typeface="Noto Sans JP Heavy"/>
                <a:cs typeface="Noto Sans JP Heavy"/>
                <a:sym typeface="Noto Sans JP Heavy"/>
              </a:rPr>
              <a:t> ]</a:t>
            </a:r>
          </a:p>
        </p:txBody>
      </p:sp>
      <p:sp>
        <p:nvSpPr>
          <p:cNvPr id="9" name="TextBox 9"/>
          <p:cNvSpPr txBox="1"/>
          <p:nvPr/>
        </p:nvSpPr>
        <p:spPr>
          <a:xfrm>
            <a:off x="8575336" y="2718968"/>
            <a:ext cx="7778002" cy="1588765"/>
          </a:xfrm>
          <a:prstGeom prst="rect">
            <a:avLst/>
          </a:prstGeom>
        </p:spPr>
        <p:txBody>
          <a:bodyPr lIns="0" tIns="0" rIns="0" bIns="0" rtlCol="0" anchor="t">
            <a:spAutoFit/>
          </a:bodyPr>
          <a:lstStyle/>
          <a:p>
            <a:pPr marL="0" lvl="0" indent="0" algn="l">
              <a:lnSpc>
                <a:spcPts val="4320"/>
              </a:lnSpc>
              <a:spcBef>
                <a:spcPct val="0"/>
              </a:spcBef>
            </a:pPr>
            <a:r>
              <a:rPr lang="en-US" sz="2400" u="none" strike="noStrike">
                <a:solidFill>
                  <a:srgbClr val="000000"/>
                </a:solidFill>
                <a:latin typeface="Noto Sans JP"/>
                <a:ea typeface="Noto Sans JP"/>
                <a:cs typeface="Noto Sans JP"/>
                <a:sym typeface="Noto Sans JP"/>
              </a:rPr>
              <a:t>効果的な図解を作成するためには、目的を明確にし、シンプルで直感的に理解しやすいデザインを心掛けることが大切です。</a:t>
            </a:r>
          </a:p>
        </p:txBody>
      </p:sp>
      <p:sp>
        <p:nvSpPr>
          <p:cNvPr id="10" name="TextBox 10"/>
          <p:cNvSpPr txBox="1"/>
          <p:nvPr/>
        </p:nvSpPr>
        <p:spPr>
          <a:xfrm>
            <a:off x="1934661" y="2718968"/>
            <a:ext cx="6143908" cy="1407793"/>
          </a:xfrm>
          <a:prstGeom prst="rect">
            <a:avLst/>
          </a:prstGeom>
        </p:spPr>
        <p:txBody>
          <a:bodyPr lIns="0" tIns="0" rIns="0" bIns="0" rtlCol="0" anchor="t">
            <a:spAutoFit/>
          </a:bodyPr>
          <a:lstStyle/>
          <a:p>
            <a:pPr algn="l">
              <a:lnSpc>
                <a:spcPts val="5760"/>
              </a:lnSpc>
            </a:pPr>
            <a:r>
              <a:rPr lang="en-US" sz="3600" b="1" spc="180">
                <a:solidFill>
                  <a:srgbClr val="000000"/>
                </a:solidFill>
                <a:latin typeface="Noto Sans JP Heavy"/>
                <a:ea typeface="Noto Sans JP Heavy"/>
                <a:cs typeface="Noto Sans JP Heavy"/>
                <a:sym typeface="Noto Sans JP Heavy"/>
              </a:rPr>
              <a:t>図解は適切に活用することで効果が向上</a:t>
            </a:r>
          </a:p>
        </p:txBody>
      </p:sp>
      <p:grpSp>
        <p:nvGrpSpPr>
          <p:cNvPr id="11" name="Group 11"/>
          <p:cNvGrpSpPr/>
          <p:nvPr/>
        </p:nvGrpSpPr>
        <p:grpSpPr>
          <a:xfrm>
            <a:off x="1551150" y="5311475"/>
            <a:ext cx="3518696" cy="3174053"/>
            <a:chOff x="0" y="0"/>
            <a:chExt cx="926735" cy="835965"/>
          </a:xfrm>
        </p:grpSpPr>
        <p:sp>
          <p:nvSpPr>
            <p:cNvPr id="12" name="Freeform 12"/>
            <p:cNvSpPr/>
            <p:nvPr/>
          </p:nvSpPr>
          <p:spPr>
            <a:xfrm>
              <a:off x="0" y="0"/>
              <a:ext cx="926735" cy="835965"/>
            </a:xfrm>
            <a:custGeom>
              <a:avLst/>
              <a:gdLst/>
              <a:ahLst/>
              <a:cxnLst/>
              <a:rect l="l" t="t" r="r" b="b"/>
              <a:pathLst>
                <a:path w="926735" h="835965">
                  <a:moveTo>
                    <a:pt x="22002" y="0"/>
                  </a:moveTo>
                  <a:lnTo>
                    <a:pt x="904733" y="0"/>
                  </a:lnTo>
                  <a:cubicBezTo>
                    <a:pt x="916884" y="0"/>
                    <a:pt x="926735" y="9851"/>
                    <a:pt x="926735" y="22002"/>
                  </a:cubicBezTo>
                  <a:lnTo>
                    <a:pt x="926735" y="813962"/>
                  </a:lnTo>
                  <a:cubicBezTo>
                    <a:pt x="926735" y="819798"/>
                    <a:pt x="924417" y="825394"/>
                    <a:pt x="920291" y="829520"/>
                  </a:cubicBezTo>
                  <a:cubicBezTo>
                    <a:pt x="916164" y="833646"/>
                    <a:pt x="910568" y="835965"/>
                    <a:pt x="904733" y="835965"/>
                  </a:cubicBezTo>
                  <a:lnTo>
                    <a:pt x="22002" y="835965"/>
                  </a:lnTo>
                  <a:cubicBezTo>
                    <a:pt x="9851" y="835965"/>
                    <a:pt x="0" y="826114"/>
                    <a:pt x="0" y="813962"/>
                  </a:cubicBezTo>
                  <a:lnTo>
                    <a:pt x="0" y="22002"/>
                  </a:lnTo>
                  <a:cubicBezTo>
                    <a:pt x="0" y="9851"/>
                    <a:pt x="9851" y="0"/>
                    <a:pt x="22002" y="0"/>
                  </a:cubicBezTo>
                  <a:close/>
                </a:path>
              </a:pathLst>
            </a:custGeom>
            <a:solidFill>
              <a:srgbClr val="A6A6A6">
                <a:alpha val="19608"/>
              </a:srgbClr>
            </a:solidFill>
            <a:ln w="9525" cap="sq">
              <a:solidFill>
                <a:srgbClr val="000000">
                  <a:alpha val="19608"/>
                </a:srgbClr>
              </a:solidFill>
              <a:prstDash val="solid"/>
              <a:miter/>
            </a:ln>
          </p:spPr>
          <p:txBody>
            <a:bodyPr/>
            <a:lstStyle/>
            <a:p>
              <a:endParaRPr lang="ja-JP" altLang="en-US"/>
            </a:p>
          </p:txBody>
        </p:sp>
        <p:sp>
          <p:nvSpPr>
            <p:cNvPr id="13" name="TextBox 13"/>
            <p:cNvSpPr txBox="1"/>
            <p:nvPr/>
          </p:nvSpPr>
          <p:spPr>
            <a:xfrm>
              <a:off x="0" y="-28575"/>
              <a:ext cx="926735" cy="86454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5440151" y="5311475"/>
            <a:ext cx="3518696" cy="3174053"/>
            <a:chOff x="0" y="0"/>
            <a:chExt cx="926735" cy="835965"/>
          </a:xfrm>
        </p:grpSpPr>
        <p:sp>
          <p:nvSpPr>
            <p:cNvPr id="15" name="Freeform 15"/>
            <p:cNvSpPr/>
            <p:nvPr/>
          </p:nvSpPr>
          <p:spPr>
            <a:xfrm>
              <a:off x="0" y="0"/>
              <a:ext cx="926735" cy="835965"/>
            </a:xfrm>
            <a:custGeom>
              <a:avLst/>
              <a:gdLst/>
              <a:ahLst/>
              <a:cxnLst/>
              <a:rect l="l" t="t" r="r" b="b"/>
              <a:pathLst>
                <a:path w="926735" h="835965">
                  <a:moveTo>
                    <a:pt x="22002" y="0"/>
                  </a:moveTo>
                  <a:lnTo>
                    <a:pt x="904733" y="0"/>
                  </a:lnTo>
                  <a:cubicBezTo>
                    <a:pt x="916884" y="0"/>
                    <a:pt x="926735" y="9851"/>
                    <a:pt x="926735" y="22002"/>
                  </a:cubicBezTo>
                  <a:lnTo>
                    <a:pt x="926735" y="813962"/>
                  </a:lnTo>
                  <a:cubicBezTo>
                    <a:pt x="926735" y="819798"/>
                    <a:pt x="924417" y="825394"/>
                    <a:pt x="920291" y="829520"/>
                  </a:cubicBezTo>
                  <a:cubicBezTo>
                    <a:pt x="916164" y="833646"/>
                    <a:pt x="910568" y="835965"/>
                    <a:pt x="904733" y="835965"/>
                  </a:cubicBezTo>
                  <a:lnTo>
                    <a:pt x="22002" y="835965"/>
                  </a:lnTo>
                  <a:cubicBezTo>
                    <a:pt x="9851" y="835965"/>
                    <a:pt x="0" y="826114"/>
                    <a:pt x="0" y="813962"/>
                  </a:cubicBezTo>
                  <a:lnTo>
                    <a:pt x="0" y="22002"/>
                  </a:lnTo>
                  <a:cubicBezTo>
                    <a:pt x="0" y="9851"/>
                    <a:pt x="9851" y="0"/>
                    <a:pt x="22002" y="0"/>
                  </a:cubicBezTo>
                  <a:close/>
                </a:path>
              </a:pathLst>
            </a:custGeom>
            <a:solidFill>
              <a:srgbClr val="A6A6A6">
                <a:alpha val="19608"/>
              </a:srgbClr>
            </a:solidFill>
            <a:ln w="9525" cap="sq">
              <a:solidFill>
                <a:srgbClr val="000000">
                  <a:alpha val="19608"/>
                </a:srgbClr>
              </a:solidFill>
              <a:prstDash val="solid"/>
              <a:miter/>
            </a:ln>
          </p:spPr>
          <p:txBody>
            <a:bodyPr/>
            <a:lstStyle/>
            <a:p>
              <a:endParaRPr lang="ja-JP" altLang="en-US"/>
            </a:p>
          </p:txBody>
        </p:sp>
        <p:sp>
          <p:nvSpPr>
            <p:cNvPr id="16" name="TextBox 16"/>
            <p:cNvSpPr txBox="1"/>
            <p:nvPr/>
          </p:nvSpPr>
          <p:spPr>
            <a:xfrm>
              <a:off x="0" y="-28575"/>
              <a:ext cx="926735" cy="86454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9329153" y="5311475"/>
            <a:ext cx="3518696" cy="3174053"/>
            <a:chOff x="0" y="0"/>
            <a:chExt cx="926735" cy="835965"/>
          </a:xfrm>
        </p:grpSpPr>
        <p:sp>
          <p:nvSpPr>
            <p:cNvPr id="18" name="Freeform 18"/>
            <p:cNvSpPr/>
            <p:nvPr/>
          </p:nvSpPr>
          <p:spPr>
            <a:xfrm>
              <a:off x="0" y="0"/>
              <a:ext cx="926735" cy="835965"/>
            </a:xfrm>
            <a:custGeom>
              <a:avLst/>
              <a:gdLst/>
              <a:ahLst/>
              <a:cxnLst/>
              <a:rect l="l" t="t" r="r" b="b"/>
              <a:pathLst>
                <a:path w="926735" h="835965">
                  <a:moveTo>
                    <a:pt x="22002" y="0"/>
                  </a:moveTo>
                  <a:lnTo>
                    <a:pt x="904733" y="0"/>
                  </a:lnTo>
                  <a:cubicBezTo>
                    <a:pt x="916884" y="0"/>
                    <a:pt x="926735" y="9851"/>
                    <a:pt x="926735" y="22002"/>
                  </a:cubicBezTo>
                  <a:lnTo>
                    <a:pt x="926735" y="813962"/>
                  </a:lnTo>
                  <a:cubicBezTo>
                    <a:pt x="926735" y="819798"/>
                    <a:pt x="924417" y="825394"/>
                    <a:pt x="920291" y="829520"/>
                  </a:cubicBezTo>
                  <a:cubicBezTo>
                    <a:pt x="916164" y="833646"/>
                    <a:pt x="910568" y="835965"/>
                    <a:pt x="904733" y="835965"/>
                  </a:cubicBezTo>
                  <a:lnTo>
                    <a:pt x="22002" y="835965"/>
                  </a:lnTo>
                  <a:cubicBezTo>
                    <a:pt x="9851" y="835965"/>
                    <a:pt x="0" y="826114"/>
                    <a:pt x="0" y="813962"/>
                  </a:cubicBezTo>
                  <a:lnTo>
                    <a:pt x="0" y="22002"/>
                  </a:lnTo>
                  <a:cubicBezTo>
                    <a:pt x="0" y="9851"/>
                    <a:pt x="9851" y="0"/>
                    <a:pt x="22002" y="0"/>
                  </a:cubicBezTo>
                  <a:close/>
                </a:path>
              </a:pathLst>
            </a:custGeom>
            <a:solidFill>
              <a:srgbClr val="A6A6A6">
                <a:alpha val="19608"/>
              </a:srgbClr>
            </a:solidFill>
            <a:ln w="9525" cap="sq">
              <a:solidFill>
                <a:srgbClr val="000000">
                  <a:alpha val="19608"/>
                </a:srgbClr>
              </a:solidFill>
              <a:prstDash val="solid"/>
              <a:miter/>
            </a:ln>
          </p:spPr>
          <p:txBody>
            <a:bodyPr/>
            <a:lstStyle/>
            <a:p>
              <a:endParaRPr lang="ja-JP" altLang="en-US"/>
            </a:p>
          </p:txBody>
        </p:sp>
        <p:sp>
          <p:nvSpPr>
            <p:cNvPr id="19" name="TextBox 19"/>
            <p:cNvSpPr txBox="1"/>
            <p:nvPr/>
          </p:nvSpPr>
          <p:spPr>
            <a:xfrm>
              <a:off x="0" y="-28575"/>
              <a:ext cx="926735" cy="86454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3218154" y="5311475"/>
            <a:ext cx="3518696" cy="3174053"/>
            <a:chOff x="0" y="0"/>
            <a:chExt cx="926735" cy="835965"/>
          </a:xfrm>
        </p:grpSpPr>
        <p:sp>
          <p:nvSpPr>
            <p:cNvPr id="21" name="Freeform 21"/>
            <p:cNvSpPr/>
            <p:nvPr/>
          </p:nvSpPr>
          <p:spPr>
            <a:xfrm>
              <a:off x="0" y="0"/>
              <a:ext cx="926735" cy="835965"/>
            </a:xfrm>
            <a:custGeom>
              <a:avLst/>
              <a:gdLst/>
              <a:ahLst/>
              <a:cxnLst/>
              <a:rect l="l" t="t" r="r" b="b"/>
              <a:pathLst>
                <a:path w="926735" h="835965">
                  <a:moveTo>
                    <a:pt x="22002" y="0"/>
                  </a:moveTo>
                  <a:lnTo>
                    <a:pt x="904733" y="0"/>
                  </a:lnTo>
                  <a:cubicBezTo>
                    <a:pt x="916884" y="0"/>
                    <a:pt x="926735" y="9851"/>
                    <a:pt x="926735" y="22002"/>
                  </a:cubicBezTo>
                  <a:lnTo>
                    <a:pt x="926735" y="813962"/>
                  </a:lnTo>
                  <a:cubicBezTo>
                    <a:pt x="926735" y="819798"/>
                    <a:pt x="924417" y="825394"/>
                    <a:pt x="920291" y="829520"/>
                  </a:cubicBezTo>
                  <a:cubicBezTo>
                    <a:pt x="916164" y="833646"/>
                    <a:pt x="910568" y="835965"/>
                    <a:pt x="904733" y="835965"/>
                  </a:cubicBezTo>
                  <a:lnTo>
                    <a:pt x="22002" y="835965"/>
                  </a:lnTo>
                  <a:cubicBezTo>
                    <a:pt x="9851" y="835965"/>
                    <a:pt x="0" y="826114"/>
                    <a:pt x="0" y="813962"/>
                  </a:cubicBezTo>
                  <a:lnTo>
                    <a:pt x="0" y="22002"/>
                  </a:lnTo>
                  <a:cubicBezTo>
                    <a:pt x="0" y="9851"/>
                    <a:pt x="9851" y="0"/>
                    <a:pt x="22002" y="0"/>
                  </a:cubicBezTo>
                  <a:close/>
                </a:path>
              </a:pathLst>
            </a:custGeom>
            <a:solidFill>
              <a:srgbClr val="A6A6A6">
                <a:alpha val="19608"/>
              </a:srgbClr>
            </a:solidFill>
            <a:ln w="9525" cap="sq">
              <a:solidFill>
                <a:srgbClr val="000000">
                  <a:alpha val="19608"/>
                </a:srgbClr>
              </a:solidFill>
              <a:prstDash val="solid"/>
              <a:miter/>
            </a:ln>
          </p:spPr>
          <p:txBody>
            <a:bodyPr/>
            <a:lstStyle/>
            <a:p>
              <a:endParaRPr lang="ja-JP" altLang="en-US"/>
            </a:p>
          </p:txBody>
        </p:sp>
        <p:sp>
          <p:nvSpPr>
            <p:cNvPr id="22" name="TextBox 22"/>
            <p:cNvSpPr txBox="1"/>
            <p:nvPr/>
          </p:nvSpPr>
          <p:spPr>
            <a:xfrm>
              <a:off x="0" y="-28575"/>
              <a:ext cx="926735" cy="86454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9768472" y="6302873"/>
            <a:ext cx="2639894"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複雑な情報を</a:t>
            </a:r>
          </a:p>
          <a:p>
            <a:pPr algn="ctr">
              <a:lnSpc>
                <a:spcPts val="4480"/>
              </a:lnSpc>
            </a:pPr>
            <a:r>
              <a:rPr lang="en-US" sz="2800" b="1" spc="140">
                <a:solidFill>
                  <a:srgbClr val="000000"/>
                </a:solidFill>
                <a:latin typeface="Noto Sans JP Heavy"/>
                <a:ea typeface="Noto Sans JP Heavy"/>
                <a:cs typeface="Noto Sans JP Heavy"/>
                <a:sym typeface="Noto Sans JP Heavy"/>
              </a:rPr>
              <a:t>削ぎ落とす</a:t>
            </a:r>
          </a:p>
        </p:txBody>
      </p:sp>
      <p:sp>
        <p:nvSpPr>
          <p:cNvPr id="24" name="TextBox 24"/>
          <p:cNvSpPr txBox="1"/>
          <p:nvPr/>
        </p:nvSpPr>
        <p:spPr>
          <a:xfrm>
            <a:off x="13657474" y="6302873"/>
            <a:ext cx="2639894"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図解と</a:t>
            </a:r>
          </a:p>
          <a:p>
            <a:pPr algn="ctr">
              <a:lnSpc>
                <a:spcPts val="4480"/>
              </a:lnSpc>
            </a:pPr>
            <a:r>
              <a:rPr lang="en-US" sz="2800" b="1" spc="140">
                <a:solidFill>
                  <a:srgbClr val="000000"/>
                </a:solidFill>
                <a:latin typeface="Noto Sans JP Heavy"/>
                <a:ea typeface="Noto Sans JP Heavy"/>
                <a:cs typeface="Noto Sans JP Heavy"/>
                <a:sym typeface="Noto Sans JP Heavy"/>
              </a:rPr>
              <a:t>デザイン</a:t>
            </a:r>
          </a:p>
        </p:txBody>
      </p:sp>
      <p:sp>
        <p:nvSpPr>
          <p:cNvPr id="25" name="TextBox 25"/>
          <p:cNvSpPr txBox="1"/>
          <p:nvPr/>
        </p:nvSpPr>
        <p:spPr>
          <a:xfrm>
            <a:off x="5879553" y="6302873"/>
            <a:ext cx="2639894"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視聴者中心</a:t>
            </a:r>
          </a:p>
          <a:p>
            <a:pPr algn="ctr">
              <a:lnSpc>
                <a:spcPts val="4480"/>
              </a:lnSpc>
            </a:pPr>
            <a:r>
              <a:rPr lang="en-US" sz="2800" b="1" spc="140">
                <a:solidFill>
                  <a:srgbClr val="000000"/>
                </a:solidFill>
                <a:latin typeface="Noto Sans JP Heavy"/>
                <a:ea typeface="Noto Sans JP Heavy"/>
                <a:cs typeface="Noto Sans JP Heavy"/>
                <a:sym typeface="Noto Sans JP Heavy"/>
              </a:rPr>
              <a:t>の設計</a:t>
            </a:r>
          </a:p>
        </p:txBody>
      </p:sp>
      <p:sp>
        <p:nvSpPr>
          <p:cNvPr id="26" name="TextBox 26"/>
          <p:cNvSpPr txBox="1"/>
          <p:nvPr/>
        </p:nvSpPr>
        <p:spPr>
          <a:xfrm>
            <a:off x="1990551" y="6302873"/>
            <a:ext cx="2639894" cy="1086482"/>
          </a:xfrm>
          <a:prstGeom prst="rect">
            <a:avLst/>
          </a:prstGeom>
        </p:spPr>
        <p:txBody>
          <a:bodyPr lIns="0" tIns="0" rIns="0" bIns="0" rtlCol="0" anchor="t">
            <a:spAutoFit/>
          </a:bodyPr>
          <a:lstStyle/>
          <a:p>
            <a:pPr algn="ctr">
              <a:lnSpc>
                <a:spcPts val="4480"/>
              </a:lnSpc>
            </a:pPr>
            <a:r>
              <a:rPr lang="en-US" sz="2800" b="1" spc="140">
                <a:solidFill>
                  <a:srgbClr val="000000"/>
                </a:solidFill>
                <a:latin typeface="Noto Sans JP Heavy"/>
                <a:ea typeface="Noto Sans JP Heavy"/>
                <a:cs typeface="Noto Sans JP Heavy"/>
                <a:sym typeface="Noto Sans JP Heavy"/>
              </a:rPr>
              <a:t>目的の</a:t>
            </a:r>
          </a:p>
          <a:p>
            <a:pPr algn="ctr">
              <a:lnSpc>
                <a:spcPts val="4480"/>
              </a:lnSpc>
            </a:pPr>
            <a:r>
              <a:rPr lang="en-US" sz="2800" b="1" spc="140">
                <a:solidFill>
                  <a:srgbClr val="000000"/>
                </a:solidFill>
                <a:latin typeface="Noto Sans JP Heavy"/>
                <a:ea typeface="Noto Sans JP Heavy"/>
                <a:cs typeface="Noto Sans JP Heavy"/>
                <a:sym typeface="Noto Sans JP Heavy"/>
              </a:rPr>
              <a:t>明確化</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3190875" y="-809625"/>
            <a:ext cx="11906250" cy="11906250"/>
            <a:chOff x="0" y="0"/>
            <a:chExt cx="811369" cy="811369"/>
          </a:xfrm>
        </p:grpSpPr>
        <p:sp>
          <p:nvSpPr>
            <p:cNvPr id="8" name="Freeform 8"/>
            <p:cNvSpPr/>
            <p:nvPr/>
          </p:nvSpPr>
          <p:spPr>
            <a:xfrm>
              <a:off x="0" y="0"/>
              <a:ext cx="811369" cy="811369"/>
            </a:xfrm>
            <a:custGeom>
              <a:avLst/>
              <a:gdLst/>
              <a:ahLst/>
              <a:cxnLst/>
              <a:rect l="l" t="t" r="r" b="b"/>
              <a:pathLst>
                <a:path w="811369" h="811369">
                  <a:moveTo>
                    <a:pt x="405684" y="0"/>
                  </a:moveTo>
                  <a:cubicBezTo>
                    <a:pt x="181631" y="0"/>
                    <a:pt x="0" y="181631"/>
                    <a:pt x="0" y="405684"/>
                  </a:cubicBezTo>
                  <a:cubicBezTo>
                    <a:pt x="0" y="629738"/>
                    <a:pt x="181631" y="811369"/>
                    <a:pt x="405684" y="811369"/>
                  </a:cubicBezTo>
                  <a:cubicBezTo>
                    <a:pt x="629738" y="811369"/>
                    <a:pt x="811369" y="629738"/>
                    <a:pt x="811369" y="405684"/>
                  </a:cubicBezTo>
                  <a:cubicBezTo>
                    <a:pt x="811369" y="181631"/>
                    <a:pt x="629738" y="0"/>
                    <a:pt x="405684" y="0"/>
                  </a:cubicBezTo>
                  <a:close/>
                </a:path>
              </a:pathLst>
            </a:custGeom>
            <a:ln w="47625" cap="sq">
              <a:solidFill>
                <a:srgbClr val="FFFFFF"/>
              </a:solidFill>
              <a:prstDash val="solid"/>
              <a:miter/>
            </a:ln>
          </p:spPr>
          <p:txBody>
            <a:bodyPr/>
            <a:lstStyle/>
            <a:p>
              <a:endParaRPr lang="ja-JP" altLang="en-US"/>
            </a:p>
          </p:txBody>
        </p:sp>
        <p:sp>
          <p:nvSpPr>
            <p:cNvPr id="9" name="TextBox 9"/>
            <p:cNvSpPr txBox="1"/>
            <p:nvPr/>
          </p:nvSpPr>
          <p:spPr>
            <a:xfrm>
              <a:off x="76066" y="47491"/>
              <a:ext cx="659237" cy="687812"/>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3476625" y="-523875"/>
            <a:ext cx="11334750" cy="11334750"/>
            <a:chOff x="0" y="0"/>
            <a:chExt cx="777656" cy="777656"/>
          </a:xfrm>
        </p:grpSpPr>
        <p:sp>
          <p:nvSpPr>
            <p:cNvPr id="11" name="Freeform 11"/>
            <p:cNvSpPr/>
            <p:nvPr/>
          </p:nvSpPr>
          <p:spPr>
            <a:xfrm>
              <a:off x="0" y="0"/>
              <a:ext cx="777656" cy="777656"/>
            </a:xfrm>
            <a:custGeom>
              <a:avLst/>
              <a:gdLst/>
              <a:ahLst/>
              <a:cxnLst/>
              <a:rect l="l" t="t" r="r" b="b"/>
              <a:pathLst>
                <a:path w="777656" h="777656">
                  <a:moveTo>
                    <a:pt x="388828" y="0"/>
                  </a:moveTo>
                  <a:cubicBezTo>
                    <a:pt x="174084" y="0"/>
                    <a:pt x="0" y="174084"/>
                    <a:pt x="0" y="388828"/>
                  </a:cubicBezTo>
                  <a:cubicBezTo>
                    <a:pt x="0" y="603572"/>
                    <a:pt x="174084" y="777656"/>
                    <a:pt x="388828" y="777656"/>
                  </a:cubicBezTo>
                  <a:cubicBezTo>
                    <a:pt x="603572" y="777656"/>
                    <a:pt x="777656" y="603572"/>
                    <a:pt x="777656" y="388828"/>
                  </a:cubicBezTo>
                  <a:cubicBezTo>
                    <a:pt x="777656" y="174084"/>
                    <a:pt x="603572" y="0"/>
                    <a:pt x="388828" y="0"/>
                  </a:cubicBezTo>
                  <a:close/>
                </a:path>
              </a:pathLst>
            </a:custGeom>
            <a:gradFill rotWithShape="1">
              <a:gsLst>
                <a:gs pos="0">
                  <a:srgbClr val="FFFFFF">
                    <a:alpha val="50000"/>
                  </a:srgbClr>
                </a:gs>
                <a:gs pos="100000">
                  <a:srgbClr val="F8F8F8">
                    <a:alpha val="39500"/>
                  </a:srgbClr>
                </a:gs>
              </a:gsLst>
              <a:lin ang="5400000"/>
            </a:gradFill>
            <a:ln w="95250" cap="sq">
              <a:solidFill>
                <a:srgbClr val="FFFFFF"/>
              </a:solidFill>
              <a:prstDash val="solid"/>
              <a:miter/>
            </a:ln>
          </p:spPr>
          <p:txBody>
            <a:bodyPr/>
            <a:lstStyle/>
            <a:p>
              <a:endParaRPr lang="ja-JP" altLang="en-US"/>
            </a:p>
          </p:txBody>
        </p:sp>
        <p:sp>
          <p:nvSpPr>
            <p:cNvPr id="12" name="TextBox 12"/>
            <p:cNvSpPr txBox="1"/>
            <p:nvPr/>
          </p:nvSpPr>
          <p:spPr>
            <a:xfrm>
              <a:off x="72905" y="44330"/>
              <a:ext cx="631846" cy="660421"/>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4980238" y="6075144"/>
            <a:ext cx="8327524" cy="1588765"/>
          </a:xfrm>
          <a:prstGeom prst="rect">
            <a:avLst/>
          </a:prstGeom>
        </p:spPr>
        <p:txBody>
          <a:bodyPr lIns="0" tIns="0" rIns="0" bIns="0" rtlCol="0" anchor="t">
            <a:spAutoFit/>
          </a:bodyPr>
          <a:lstStyle/>
          <a:p>
            <a:pPr marL="0" lvl="0" indent="0" algn="ctr">
              <a:lnSpc>
                <a:spcPts val="4320"/>
              </a:lnSpc>
              <a:spcBef>
                <a:spcPct val="0"/>
              </a:spcBef>
            </a:pPr>
            <a:r>
              <a:rPr lang="en-US" sz="2400" u="none" strike="noStrike">
                <a:solidFill>
                  <a:srgbClr val="000000"/>
                </a:solidFill>
                <a:latin typeface="Noto Sans JP"/>
                <a:ea typeface="Noto Sans JP"/>
                <a:cs typeface="Noto Sans JP"/>
                <a:sym typeface="Noto Sans JP"/>
              </a:rPr>
              <a:t>[所在地] 〒123-4567　高田市大通り１丁目２−３</a:t>
            </a:r>
          </a:p>
          <a:p>
            <a:pPr marL="0" lvl="0" indent="0" algn="ctr">
              <a:lnSpc>
                <a:spcPts val="4320"/>
              </a:lnSpc>
              <a:spcBef>
                <a:spcPct val="0"/>
              </a:spcBef>
            </a:pPr>
            <a:r>
              <a:rPr lang="en-US" sz="2400" u="none" strike="noStrike">
                <a:solidFill>
                  <a:srgbClr val="000000"/>
                </a:solidFill>
                <a:latin typeface="Noto Sans JP"/>
                <a:ea typeface="Noto Sans JP"/>
                <a:cs typeface="Noto Sans JP"/>
                <a:sym typeface="Noto Sans JP"/>
              </a:rPr>
              <a:t>[電話番号] 01-2345-6789</a:t>
            </a:r>
          </a:p>
          <a:p>
            <a:pPr marL="0" lvl="0" indent="0" algn="ctr">
              <a:lnSpc>
                <a:spcPts val="4320"/>
              </a:lnSpc>
              <a:spcBef>
                <a:spcPct val="0"/>
              </a:spcBef>
            </a:pPr>
            <a:r>
              <a:rPr lang="en-US" sz="2400" u="none" strike="noStrike">
                <a:solidFill>
                  <a:srgbClr val="000000"/>
                </a:solidFill>
                <a:latin typeface="Noto Sans JP"/>
                <a:ea typeface="Noto Sans JP"/>
                <a:cs typeface="Noto Sans JP"/>
                <a:sym typeface="Noto Sans JP"/>
              </a:rPr>
              <a:t>[公式サイト] www.subarashiisaito.co.jp </a:t>
            </a:r>
          </a:p>
        </p:txBody>
      </p:sp>
      <p:sp>
        <p:nvSpPr>
          <p:cNvPr id="14" name="TextBox 14"/>
          <p:cNvSpPr txBox="1"/>
          <p:nvPr/>
        </p:nvSpPr>
        <p:spPr>
          <a:xfrm>
            <a:off x="5190445" y="2375441"/>
            <a:ext cx="7907110" cy="1218565"/>
          </a:xfrm>
          <a:prstGeom prst="rect">
            <a:avLst/>
          </a:prstGeom>
        </p:spPr>
        <p:txBody>
          <a:bodyPr lIns="0" tIns="0" rIns="0" bIns="0" rtlCol="0" anchor="t">
            <a:spAutoFit/>
          </a:bodyPr>
          <a:lstStyle/>
          <a:p>
            <a:pPr algn="ctr">
              <a:lnSpc>
                <a:spcPts val="8959"/>
              </a:lnSpc>
            </a:pPr>
            <a:r>
              <a:rPr lang="en-US" sz="6399" b="1" spc="319">
                <a:solidFill>
                  <a:srgbClr val="000000"/>
                </a:solidFill>
                <a:latin typeface="Futura Ultra-Bold"/>
                <a:ea typeface="Futura Ultra-Bold"/>
                <a:cs typeface="Futura Ultra-Bold"/>
                <a:sym typeface="Futura Ultra-Bold"/>
              </a:rPr>
              <a:t>Thank you!</a:t>
            </a:r>
          </a:p>
        </p:txBody>
      </p:sp>
      <p:sp>
        <p:nvSpPr>
          <p:cNvPr id="15" name="TextBox 15"/>
          <p:cNvSpPr txBox="1"/>
          <p:nvPr/>
        </p:nvSpPr>
        <p:spPr>
          <a:xfrm>
            <a:off x="5190445" y="3847264"/>
            <a:ext cx="7907110" cy="1045840"/>
          </a:xfrm>
          <a:prstGeom prst="rect">
            <a:avLst/>
          </a:prstGeom>
        </p:spPr>
        <p:txBody>
          <a:bodyPr lIns="0" tIns="0" rIns="0" bIns="0" rtlCol="0" anchor="t">
            <a:spAutoFit/>
          </a:bodyPr>
          <a:lstStyle/>
          <a:p>
            <a:pPr marL="0" lvl="0" indent="0" algn="ctr">
              <a:lnSpc>
                <a:spcPts val="4320"/>
              </a:lnSpc>
              <a:spcBef>
                <a:spcPct val="0"/>
              </a:spcBef>
            </a:pPr>
            <a:r>
              <a:rPr lang="en-US" sz="2400" u="none" strike="noStrike">
                <a:solidFill>
                  <a:srgbClr val="000000"/>
                </a:solidFill>
                <a:latin typeface="Noto Sans JP"/>
                <a:ea typeface="Noto Sans JP"/>
                <a:cs typeface="Noto Sans JP"/>
                <a:sym typeface="Noto Sans JP"/>
              </a:rPr>
              <a:t>ご質問などありましたら</a:t>
            </a:r>
          </a:p>
          <a:p>
            <a:pPr marL="0" lvl="0" indent="0" algn="ctr">
              <a:lnSpc>
                <a:spcPts val="4320"/>
              </a:lnSpc>
              <a:spcBef>
                <a:spcPct val="0"/>
              </a:spcBef>
            </a:pPr>
            <a:r>
              <a:rPr lang="en-US" sz="2400" u="none" strike="noStrike">
                <a:solidFill>
                  <a:srgbClr val="000000"/>
                </a:solidFill>
                <a:latin typeface="Noto Sans JP"/>
                <a:ea typeface="Noto Sans JP"/>
                <a:cs typeface="Noto Sans JP"/>
                <a:sym typeface="Noto Sans JP"/>
              </a:rPr>
              <a:t>お気軽にご連絡ください。</a:t>
            </a:r>
          </a:p>
        </p:txBody>
      </p:sp>
      <p:sp>
        <p:nvSpPr>
          <p:cNvPr id="16" name="AutoShape 16"/>
          <p:cNvSpPr/>
          <p:nvPr/>
        </p:nvSpPr>
        <p:spPr>
          <a:xfrm>
            <a:off x="5190445" y="5555562"/>
            <a:ext cx="7907110" cy="0"/>
          </a:xfrm>
          <a:prstGeom prst="line">
            <a:avLst/>
          </a:prstGeom>
          <a:ln w="47625" cap="flat">
            <a:solidFill>
              <a:srgbClr val="000000"/>
            </a:solidFill>
            <a:prstDash val="sysDot"/>
            <a:headEnd type="none" w="sm" len="sm"/>
            <a:tailEnd type="none" w="sm" len="sm"/>
          </a:ln>
        </p:spPr>
        <p:txBody>
          <a:bodyPr/>
          <a:lstStyle/>
          <a:p>
            <a:endParaRPr lang="ja-JP"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0209822" y="4893105"/>
            <a:ext cx="8446982" cy="5713231"/>
          </a:xfrm>
          <a:custGeom>
            <a:avLst/>
            <a:gdLst/>
            <a:ahLst/>
            <a:cxnLst/>
            <a:rect l="l" t="t" r="r" b="b"/>
            <a:pathLst>
              <a:path w="8446982" h="5713231">
                <a:moveTo>
                  <a:pt x="0" y="0"/>
                </a:moveTo>
                <a:lnTo>
                  <a:pt x="8446982" y="0"/>
                </a:lnTo>
                <a:lnTo>
                  <a:pt x="8446982" y="5713231"/>
                </a:lnTo>
                <a:lnTo>
                  <a:pt x="0" y="57132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ja-JP" altLang="en-US"/>
          </a:p>
        </p:txBody>
      </p:sp>
      <p:sp>
        <p:nvSpPr>
          <p:cNvPr id="3" name="Freeform 3"/>
          <p:cNvSpPr/>
          <p:nvPr/>
        </p:nvSpPr>
        <p:spPr>
          <a:xfrm flipH="1" flipV="1">
            <a:off x="-1963410" y="-820127"/>
            <a:ext cx="8446982" cy="5713231"/>
          </a:xfrm>
          <a:custGeom>
            <a:avLst/>
            <a:gdLst/>
            <a:ahLst/>
            <a:cxnLst/>
            <a:rect l="l" t="t" r="r" b="b"/>
            <a:pathLst>
              <a:path w="8446982" h="5713231">
                <a:moveTo>
                  <a:pt x="8446981" y="5713232"/>
                </a:moveTo>
                <a:lnTo>
                  <a:pt x="0" y="5713232"/>
                </a:lnTo>
                <a:lnTo>
                  <a:pt x="0" y="0"/>
                </a:lnTo>
                <a:lnTo>
                  <a:pt x="8446981" y="0"/>
                </a:lnTo>
                <a:lnTo>
                  <a:pt x="8446981" y="571323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ja-JP" altLang="en-US"/>
          </a:p>
        </p:txBody>
      </p:sp>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8" name="TextBox 8"/>
          <p:cNvSpPr txBox="1"/>
          <p:nvPr/>
        </p:nvSpPr>
        <p:spPr>
          <a:xfrm>
            <a:off x="2318171" y="687029"/>
            <a:ext cx="13651656" cy="528319"/>
          </a:xfrm>
          <a:prstGeom prst="rect">
            <a:avLst/>
          </a:prstGeom>
        </p:spPr>
        <p:txBody>
          <a:bodyPr lIns="0" tIns="0" rIns="0" bIns="0" rtlCol="0" anchor="t">
            <a:spAutoFit/>
          </a:bodyPr>
          <a:lstStyle/>
          <a:p>
            <a:pPr algn="ctr">
              <a:lnSpc>
                <a:spcPts val="4480"/>
              </a:lnSpc>
            </a:pPr>
            <a:r>
              <a:rPr lang="en-US" sz="3200" b="1" spc="160" dirty="0">
                <a:solidFill>
                  <a:srgbClr val="000000"/>
                </a:solidFill>
                <a:latin typeface="Noto Sans JP Heavy"/>
                <a:ea typeface="Noto Sans JP Heavy"/>
                <a:cs typeface="Noto Sans JP Heavy"/>
                <a:sym typeface="Noto Sans JP Heavy"/>
              </a:rPr>
              <a:t>[ </a:t>
            </a:r>
            <a:r>
              <a:rPr lang="en-US" sz="3200" b="1" spc="160" dirty="0" err="1">
                <a:solidFill>
                  <a:srgbClr val="000000"/>
                </a:solidFill>
                <a:latin typeface="Noto Sans JP Heavy"/>
                <a:ea typeface="Noto Sans JP Heavy"/>
                <a:cs typeface="Noto Sans JP Heavy"/>
                <a:sym typeface="Noto Sans JP Heavy"/>
              </a:rPr>
              <a:t>グラフ素材</a:t>
            </a:r>
            <a:r>
              <a:rPr lang="en-US" sz="3200" b="1" spc="160" dirty="0">
                <a:solidFill>
                  <a:srgbClr val="000000"/>
                </a:solidFill>
                <a:latin typeface="Noto Sans JP Heavy"/>
                <a:ea typeface="Noto Sans JP Heavy"/>
                <a:cs typeface="Noto Sans JP Heavy"/>
                <a:sym typeface="Noto Sans JP Heavy"/>
              </a:rPr>
              <a:t> ]</a:t>
            </a:r>
          </a:p>
        </p:txBody>
      </p:sp>
      <p:pic>
        <p:nvPicPr>
          <p:cNvPr id="9" name="Picture 9"/>
          <p:cNvPicPr>
            <a:picLocks noChangeAspect="1"/>
          </p:cNvPicPr>
          <p:nvPr/>
        </p:nvPicPr>
        <p:blipFill>
          <a:blip r:embed="rId4"/>
          <a:stretch>
            <a:fillRect/>
          </a:stretch>
        </p:blipFill>
        <p:spPr>
          <a:xfrm>
            <a:off x="719307" y="1924481"/>
            <a:ext cx="5942665" cy="4046163"/>
          </a:xfrm>
          <a:prstGeom prst="rect">
            <a:avLst/>
          </a:prstGeom>
        </p:spPr>
      </p:pic>
      <p:pic>
        <p:nvPicPr>
          <p:cNvPr id="10" name="Picture 10"/>
          <p:cNvPicPr>
            <a:picLocks noChangeAspect="1"/>
          </p:cNvPicPr>
          <p:nvPr/>
        </p:nvPicPr>
        <p:blipFill>
          <a:blip r:embed="rId5"/>
          <a:stretch>
            <a:fillRect/>
          </a:stretch>
        </p:blipFill>
        <p:spPr>
          <a:xfrm>
            <a:off x="6139666" y="1925007"/>
            <a:ext cx="5936348" cy="4112484"/>
          </a:xfrm>
          <a:prstGeom prst="rect">
            <a:avLst/>
          </a:prstGeom>
        </p:spPr>
      </p:pic>
      <p:pic>
        <p:nvPicPr>
          <p:cNvPr id="11" name="Picture 11"/>
          <p:cNvPicPr>
            <a:picLocks noChangeAspect="1"/>
          </p:cNvPicPr>
          <p:nvPr/>
        </p:nvPicPr>
        <p:blipFill>
          <a:blip r:embed="rId6"/>
          <a:stretch>
            <a:fillRect/>
          </a:stretch>
        </p:blipFill>
        <p:spPr>
          <a:xfrm>
            <a:off x="11546478" y="1917249"/>
            <a:ext cx="6029447" cy="4171893"/>
          </a:xfrm>
          <a:prstGeom prst="rect">
            <a:avLst/>
          </a:prstGeom>
        </p:spPr>
      </p:pic>
      <p:pic>
        <p:nvPicPr>
          <p:cNvPr id="12" name="Picture 12"/>
          <p:cNvPicPr>
            <a:picLocks noChangeAspect="1"/>
          </p:cNvPicPr>
          <p:nvPr/>
        </p:nvPicPr>
        <p:blipFill>
          <a:blip r:embed="rId7"/>
          <a:stretch>
            <a:fillRect/>
          </a:stretch>
        </p:blipFill>
        <p:spPr>
          <a:xfrm>
            <a:off x="6175825" y="5640511"/>
            <a:ext cx="5936348" cy="4112484"/>
          </a:xfrm>
          <a:prstGeom prst="rect">
            <a:avLst/>
          </a:prstGeom>
        </p:spPr>
      </p:pic>
      <p:pic>
        <p:nvPicPr>
          <p:cNvPr id="13" name="Picture 13"/>
          <p:cNvPicPr>
            <a:picLocks noChangeAspect="1"/>
          </p:cNvPicPr>
          <p:nvPr/>
        </p:nvPicPr>
        <p:blipFill>
          <a:blip r:embed="rId8"/>
          <a:stretch>
            <a:fillRect/>
          </a:stretch>
        </p:blipFill>
        <p:spPr>
          <a:xfrm>
            <a:off x="813462" y="5645627"/>
            <a:ext cx="5874965" cy="4102254"/>
          </a:xfrm>
          <a:prstGeom prst="rect">
            <a:avLst/>
          </a:prstGeom>
        </p:spPr>
      </p:pic>
      <p:pic>
        <p:nvPicPr>
          <p:cNvPr id="14" name="Picture 14"/>
          <p:cNvPicPr>
            <a:picLocks noChangeAspect="1"/>
          </p:cNvPicPr>
          <p:nvPr/>
        </p:nvPicPr>
        <p:blipFill>
          <a:blip r:embed="rId9"/>
          <a:stretch>
            <a:fillRect/>
          </a:stretch>
        </p:blipFill>
        <p:spPr>
          <a:xfrm>
            <a:off x="11538066" y="5690864"/>
            <a:ext cx="6130386" cy="40783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0209822" y="4893105"/>
            <a:ext cx="8446982" cy="5713231"/>
          </a:xfrm>
          <a:custGeom>
            <a:avLst/>
            <a:gdLst/>
            <a:ahLst/>
            <a:cxnLst/>
            <a:rect l="l" t="t" r="r" b="b"/>
            <a:pathLst>
              <a:path w="8446982" h="5713231">
                <a:moveTo>
                  <a:pt x="0" y="0"/>
                </a:moveTo>
                <a:lnTo>
                  <a:pt x="8446982" y="0"/>
                </a:lnTo>
                <a:lnTo>
                  <a:pt x="8446982" y="5713231"/>
                </a:lnTo>
                <a:lnTo>
                  <a:pt x="0" y="57132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ja-JP" altLang="en-US"/>
          </a:p>
        </p:txBody>
      </p:sp>
      <p:sp>
        <p:nvSpPr>
          <p:cNvPr id="3" name="Freeform 3"/>
          <p:cNvSpPr/>
          <p:nvPr/>
        </p:nvSpPr>
        <p:spPr>
          <a:xfrm flipH="1" flipV="1">
            <a:off x="-1963410" y="-820127"/>
            <a:ext cx="8446982" cy="5713231"/>
          </a:xfrm>
          <a:custGeom>
            <a:avLst/>
            <a:gdLst/>
            <a:ahLst/>
            <a:cxnLst/>
            <a:rect l="l" t="t" r="r" b="b"/>
            <a:pathLst>
              <a:path w="8446982" h="5713231">
                <a:moveTo>
                  <a:pt x="8446981" y="5713232"/>
                </a:moveTo>
                <a:lnTo>
                  <a:pt x="0" y="5713232"/>
                </a:lnTo>
                <a:lnTo>
                  <a:pt x="0" y="0"/>
                </a:lnTo>
                <a:lnTo>
                  <a:pt x="8446981" y="0"/>
                </a:lnTo>
                <a:lnTo>
                  <a:pt x="8446981" y="571323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ja-JP" altLang="en-US"/>
          </a:p>
        </p:txBody>
      </p:sp>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8" name="TextBox 8"/>
          <p:cNvSpPr txBox="1"/>
          <p:nvPr/>
        </p:nvSpPr>
        <p:spPr>
          <a:xfrm>
            <a:off x="2318172" y="1201024"/>
            <a:ext cx="13651656" cy="528319"/>
          </a:xfrm>
          <a:prstGeom prst="rect">
            <a:avLst/>
          </a:prstGeom>
        </p:spPr>
        <p:txBody>
          <a:bodyPr lIns="0" tIns="0" rIns="0" bIns="0" rtlCol="0" anchor="t">
            <a:spAutoFit/>
          </a:bodyPr>
          <a:lstStyle/>
          <a:p>
            <a:pPr algn="ctr">
              <a:lnSpc>
                <a:spcPts val="4480"/>
              </a:lnSpc>
            </a:pPr>
            <a:r>
              <a:rPr lang="en-US" sz="3200" b="1" spc="160">
                <a:solidFill>
                  <a:srgbClr val="000000"/>
                </a:solidFill>
                <a:latin typeface="Noto Sans JP Heavy"/>
                <a:ea typeface="Noto Sans JP Heavy"/>
                <a:cs typeface="Noto Sans JP Heavy"/>
                <a:sym typeface="Noto Sans JP Heavy"/>
              </a:rPr>
              <a:t>[ グラフ素材 ]</a:t>
            </a:r>
          </a:p>
        </p:txBody>
      </p:sp>
      <p:pic>
        <p:nvPicPr>
          <p:cNvPr id="9" name="Picture 9"/>
          <p:cNvPicPr>
            <a:picLocks noChangeAspect="1"/>
          </p:cNvPicPr>
          <p:nvPr/>
        </p:nvPicPr>
        <p:blipFill>
          <a:blip r:embed="rId4"/>
          <a:stretch>
            <a:fillRect/>
          </a:stretch>
        </p:blipFill>
        <p:spPr>
          <a:xfrm>
            <a:off x="1150785" y="2056397"/>
            <a:ext cx="4814120" cy="4032494"/>
          </a:xfrm>
          <a:prstGeom prst="rect">
            <a:avLst/>
          </a:prstGeom>
        </p:spPr>
      </p:pic>
      <p:pic>
        <p:nvPicPr>
          <p:cNvPr id="10" name="Picture 10"/>
          <p:cNvPicPr>
            <a:picLocks noChangeAspect="1"/>
          </p:cNvPicPr>
          <p:nvPr/>
        </p:nvPicPr>
        <p:blipFill>
          <a:blip r:embed="rId5"/>
          <a:stretch>
            <a:fillRect/>
          </a:stretch>
        </p:blipFill>
        <p:spPr>
          <a:xfrm>
            <a:off x="1150785" y="5623064"/>
            <a:ext cx="4814120" cy="4032494"/>
          </a:xfrm>
          <a:prstGeom prst="rect">
            <a:avLst/>
          </a:prstGeom>
        </p:spPr>
      </p:pic>
      <p:pic>
        <p:nvPicPr>
          <p:cNvPr id="11" name="Picture 11"/>
          <p:cNvPicPr>
            <a:picLocks noChangeAspect="1"/>
          </p:cNvPicPr>
          <p:nvPr/>
        </p:nvPicPr>
        <p:blipFill>
          <a:blip r:embed="rId6"/>
          <a:stretch>
            <a:fillRect/>
          </a:stretch>
        </p:blipFill>
        <p:spPr>
          <a:xfrm>
            <a:off x="6496142" y="5379406"/>
            <a:ext cx="3746736" cy="3746736"/>
          </a:xfrm>
          <a:prstGeom prst="rect">
            <a:avLst/>
          </a:prstGeom>
        </p:spPr>
      </p:pic>
      <p:pic>
        <p:nvPicPr>
          <p:cNvPr id="12" name="Picture 12"/>
          <p:cNvPicPr>
            <a:picLocks noChangeAspect="1"/>
          </p:cNvPicPr>
          <p:nvPr/>
        </p:nvPicPr>
        <p:blipFill>
          <a:blip r:embed="rId7"/>
          <a:stretch>
            <a:fillRect/>
          </a:stretch>
        </p:blipFill>
        <p:spPr>
          <a:xfrm>
            <a:off x="6450516" y="2618116"/>
            <a:ext cx="3746736" cy="2185596"/>
          </a:xfrm>
          <a:prstGeom prst="rect">
            <a:avLst/>
          </a:prstGeom>
        </p:spPr>
      </p:pic>
      <p:pic>
        <p:nvPicPr>
          <p:cNvPr id="13" name="Picture 13"/>
          <p:cNvPicPr>
            <a:picLocks noChangeAspect="1"/>
          </p:cNvPicPr>
          <p:nvPr/>
        </p:nvPicPr>
        <p:blipFill>
          <a:blip r:embed="rId8"/>
          <a:stretch>
            <a:fillRect/>
          </a:stretch>
        </p:blipFill>
        <p:spPr>
          <a:xfrm>
            <a:off x="10296989" y="2762112"/>
            <a:ext cx="6879767" cy="59045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0209822" y="4893105"/>
            <a:ext cx="8446982" cy="5713231"/>
          </a:xfrm>
          <a:custGeom>
            <a:avLst/>
            <a:gdLst/>
            <a:ahLst/>
            <a:cxnLst/>
            <a:rect l="l" t="t" r="r" b="b"/>
            <a:pathLst>
              <a:path w="8446982" h="5713231">
                <a:moveTo>
                  <a:pt x="0" y="0"/>
                </a:moveTo>
                <a:lnTo>
                  <a:pt x="8446982" y="0"/>
                </a:lnTo>
                <a:lnTo>
                  <a:pt x="8446982" y="5713231"/>
                </a:lnTo>
                <a:lnTo>
                  <a:pt x="0" y="57132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ja-JP" altLang="en-US"/>
          </a:p>
        </p:txBody>
      </p:sp>
      <p:sp>
        <p:nvSpPr>
          <p:cNvPr id="3" name="Freeform 3"/>
          <p:cNvSpPr/>
          <p:nvPr/>
        </p:nvSpPr>
        <p:spPr>
          <a:xfrm flipH="1" flipV="1">
            <a:off x="-1963410" y="-820127"/>
            <a:ext cx="8446982" cy="5713231"/>
          </a:xfrm>
          <a:custGeom>
            <a:avLst/>
            <a:gdLst/>
            <a:ahLst/>
            <a:cxnLst/>
            <a:rect l="l" t="t" r="r" b="b"/>
            <a:pathLst>
              <a:path w="8446982" h="5713231">
                <a:moveTo>
                  <a:pt x="8446981" y="5713232"/>
                </a:moveTo>
                <a:lnTo>
                  <a:pt x="0" y="5713232"/>
                </a:lnTo>
                <a:lnTo>
                  <a:pt x="0" y="0"/>
                </a:lnTo>
                <a:lnTo>
                  <a:pt x="8446981" y="0"/>
                </a:lnTo>
                <a:lnTo>
                  <a:pt x="8446981" y="571323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ja-JP" altLang="en-US"/>
          </a:p>
        </p:txBody>
      </p:sp>
      <p:grpSp>
        <p:nvGrpSpPr>
          <p:cNvPr id="4" name="Group 4"/>
          <p:cNvGrpSpPr/>
          <p:nvPr/>
        </p:nvGrpSpPr>
        <p:grpSpPr>
          <a:xfrm>
            <a:off x="428625" y="428625"/>
            <a:ext cx="17430750" cy="9429750"/>
            <a:chOff x="0" y="0"/>
            <a:chExt cx="4590815" cy="2483556"/>
          </a:xfrm>
        </p:grpSpPr>
        <p:sp>
          <p:nvSpPr>
            <p:cNvPr id="5" name="Freeform 5"/>
            <p:cNvSpPr/>
            <p:nvPr/>
          </p:nvSpPr>
          <p:spPr>
            <a:xfrm>
              <a:off x="0" y="0"/>
              <a:ext cx="4590815" cy="2483556"/>
            </a:xfrm>
            <a:custGeom>
              <a:avLst/>
              <a:gdLst/>
              <a:ahLst/>
              <a:cxnLst/>
              <a:rect l="l" t="t" r="r" b="b"/>
              <a:pathLst>
                <a:path w="4590815" h="2483556">
                  <a:moveTo>
                    <a:pt x="0" y="0"/>
                  </a:moveTo>
                  <a:lnTo>
                    <a:pt x="4590815" y="0"/>
                  </a:lnTo>
                  <a:lnTo>
                    <a:pt x="4590815" y="2483556"/>
                  </a:lnTo>
                  <a:lnTo>
                    <a:pt x="0" y="2483556"/>
                  </a:lnTo>
                  <a:close/>
                </a:path>
              </a:pathLst>
            </a:custGeom>
            <a:gradFill rotWithShape="1">
              <a:gsLst>
                <a:gs pos="0">
                  <a:srgbClr val="FFFFFF">
                    <a:alpha val="79500"/>
                  </a:srgbClr>
                </a:gs>
                <a:gs pos="100000">
                  <a:srgbClr val="F8F8F8">
                    <a:alpha val="89500"/>
                  </a:srgbClr>
                </a:gs>
              </a:gsLst>
              <a:lin ang="5400000"/>
            </a:gradFill>
            <a:ln w="47625" cap="sq">
              <a:solidFill>
                <a:srgbClr val="FFFFFF"/>
              </a:solidFill>
              <a:prstDash val="solid"/>
              <a:miter/>
            </a:ln>
          </p:spPr>
          <p:txBody>
            <a:bodyPr/>
            <a:lstStyle/>
            <a:p>
              <a:endParaRPr lang="ja-JP" altLang="en-US"/>
            </a:p>
          </p:txBody>
        </p:sp>
        <p:sp>
          <p:nvSpPr>
            <p:cNvPr id="6" name="TextBox 6"/>
            <p:cNvSpPr txBox="1"/>
            <p:nvPr/>
          </p:nvSpPr>
          <p:spPr>
            <a:xfrm>
              <a:off x="0" y="-28575"/>
              <a:ext cx="4590815" cy="2512131"/>
            </a:xfrm>
            <a:prstGeom prst="rect">
              <a:avLst/>
            </a:prstGeom>
          </p:spPr>
          <p:txBody>
            <a:bodyPr lIns="50800" tIns="50800" rIns="50800" bIns="50800" rtlCol="0" anchor="ctr"/>
            <a:lstStyle/>
            <a:p>
              <a:pPr algn="ctr">
                <a:lnSpc>
                  <a:spcPts val="2659"/>
                </a:lnSpc>
                <a:spcBef>
                  <a:spcPct val="0"/>
                </a:spcBef>
              </a:pPr>
              <a:endParaRPr/>
            </a:p>
          </p:txBody>
        </p:sp>
      </p:grpSp>
      <p:sp>
        <p:nvSpPr>
          <p:cNvPr id="7" name="AutoShape 7"/>
          <p:cNvSpPr/>
          <p:nvPr/>
        </p:nvSpPr>
        <p:spPr>
          <a:xfrm>
            <a:off x="1551150" y="1488996"/>
            <a:ext cx="15185700" cy="0"/>
          </a:xfrm>
          <a:prstGeom prst="line">
            <a:avLst/>
          </a:prstGeom>
          <a:ln w="47625" cap="flat">
            <a:solidFill>
              <a:srgbClr val="000000"/>
            </a:solidFill>
            <a:prstDash val="sysDot"/>
            <a:headEnd type="none" w="sm" len="sm"/>
            <a:tailEnd type="none" w="sm" len="sm"/>
          </a:ln>
        </p:spPr>
        <p:txBody>
          <a:bodyPr/>
          <a:lstStyle/>
          <a:p>
            <a:endParaRPr lang="ja-JP" altLang="en-US"/>
          </a:p>
        </p:txBody>
      </p:sp>
      <p:sp>
        <p:nvSpPr>
          <p:cNvPr id="8" name="TextBox 8"/>
          <p:cNvSpPr txBox="1"/>
          <p:nvPr/>
        </p:nvSpPr>
        <p:spPr>
          <a:xfrm>
            <a:off x="2318172" y="1201024"/>
            <a:ext cx="13651656" cy="528319"/>
          </a:xfrm>
          <a:prstGeom prst="rect">
            <a:avLst/>
          </a:prstGeom>
        </p:spPr>
        <p:txBody>
          <a:bodyPr lIns="0" tIns="0" rIns="0" bIns="0" rtlCol="0" anchor="t">
            <a:spAutoFit/>
          </a:bodyPr>
          <a:lstStyle/>
          <a:p>
            <a:pPr algn="ctr">
              <a:lnSpc>
                <a:spcPts val="4480"/>
              </a:lnSpc>
            </a:pPr>
            <a:r>
              <a:rPr lang="en-US" sz="3200" b="1" spc="160">
                <a:solidFill>
                  <a:srgbClr val="000000"/>
                </a:solidFill>
                <a:latin typeface="Noto Sans JP Heavy"/>
                <a:ea typeface="Noto Sans JP Heavy"/>
                <a:cs typeface="Noto Sans JP Heavy"/>
                <a:sym typeface="Noto Sans JP Heavy"/>
              </a:rPr>
              <a:t>[ 表 素材 ]</a:t>
            </a:r>
          </a:p>
        </p:txBody>
      </p:sp>
      <p:graphicFrame>
        <p:nvGraphicFramePr>
          <p:cNvPr id="9" name="Table 9"/>
          <p:cNvGraphicFramePr>
            <a:graphicFrameLocks noGrp="1"/>
          </p:cNvGraphicFramePr>
          <p:nvPr/>
        </p:nvGraphicFramePr>
        <p:xfrm>
          <a:off x="1551150" y="2997215"/>
          <a:ext cx="7157049" cy="2266952"/>
        </p:xfrm>
        <a:graphic>
          <a:graphicData uri="http://schemas.openxmlformats.org/drawingml/2006/table">
            <a:tbl>
              <a:tblPr/>
              <a:tblGrid>
                <a:gridCol w="2841402">
                  <a:extLst>
                    <a:ext uri="{9D8B030D-6E8A-4147-A177-3AD203B41FA5}">
                      <a16:colId xmlns:a16="http://schemas.microsoft.com/office/drawing/2014/main" val="20000"/>
                    </a:ext>
                  </a:extLst>
                </a:gridCol>
                <a:gridCol w="2164687">
                  <a:extLst>
                    <a:ext uri="{9D8B030D-6E8A-4147-A177-3AD203B41FA5}">
                      <a16:colId xmlns:a16="http://schemas.microsoft.com/office/drawing/2014/main" val="20001"/>
                    </a:ext>
                  </a:extLst>
                </a:gridCol>
                <a:gridCol w="2150960">
                  <a:extLst>
                    <a:ext uri="{9D8B030D-6E8A-4147-A177-3AD203B41FA5}">
                      <a16:colId xmlns:a16="http://schemas.microsoft.com/office/drawing/2014/main" val="20002"/>
                    </a:ext>
                  </a:extLst>
                </a:gridCol>
              </a:tblGrid>
              <a:tr h="566738">
                <a:tc>
                  <a:txBody>
                    <a:bodyPr/>
                    <a:lstStyle/>
                    <a:p>
                      <a:pPr algn="ctr">
                        <a:lnSpc>
                          <a:spcPts val="1960"/>
                        </a:lnSpc>
                        <a:defRPr/>
                      </a:pPr>
                      <a:r>
                        <a:rPr lang="en-US" sz="1400" b="1">
                          <a:solidFill>
                            <a:srgbClr val="FFFFFF"/>
                          </a:solidFill>
                          <a:latin typeface="Noto Sans JP Bold"/>
                          <a:ea typeface="Noto Sans JP Bold"/>
                          <a:cs typeface="Noto Sans JP Bold"/>
                          <a:sym typeface="Noto Sans JP Bold"/>
                        </a:rPr>
                        <a:t>項目</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9D9D9D"/>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a:lnSpc>
                          <a:spcPts val="1960"/>
                        </a:lnSpc>
                        <a:defRPr/>
                      </a:pPr>
                      <a:r>
                        <a:rPr lang="en-US" sz="1400" b="1">
                          <a:solidFill>
                            <a:srgbClr val="FFFFFF"/>
                          </a:solidFill>
                          <a:latin typeface="Noto Sans JP Bold"/>
                          <a:ea typeface="Noto Sans JP Bold"/>
                          <a:cs typeface="Noto Sans JP Bold"/>
                          <a:sym typeface="Noto Sans JP Bold"/>
                        </a:rPr>
                        <a:t>カテゴリーA</a:t>
                      </a:r>
                      <a:endParaRPr lang="en-US" sz="1100"/>
                    </a:p>
                  </a:txBody>
                  <a:tcPr marL="0" marR="0" marT="0" marB="0" anchor="ctr">
                    <a:lnL w="19050" cap="flat" cmpd="sng" algn="ctr">
                      <a:solidFill>
                        <a:srgbClr val="9D9D9D"/>
                      </a:solidFill>
                      <a:prstDash val="solid"/>
                      <a:round/>
                      <a:headEnd type="none" w="med" len="med"/>
                      <a:tailEnd type="none" w="med" len="med"/>
                    </a:lnL>
                    <a:lnR w="19050" cap="flat" cmpd="sng" algn="ctr">
                      <a:solidFill>
                        <a:srgbClr val="9D9D9D"/>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a:lnSpc>
                          <a:spcPts val="1960"/>
                        </a:lnSpc>
                        <a:defRPr/>
                      </a:pPr>
                      <a:r>
                        <a:rPr lang="en-US" sz="1400" b="1">
                          <a:solidFill>
                            <a:srgbClr val="FFFFFF"/>
                          </a:solidFill>
                          <a:latin typeface="Noto Sans JP Bold"/>
                          <a:ea typeface="Noto Sans JP Bold"/>
                          <a:cs typeface="Noto Sans JP Bold"/>
                          <a:sym typeface="Noto Sans JP Bold"/>
                        </a:rPr>
                        <a:t>カテゴリーB</a:t>
                      </a:r>
                      <a:endParaRPr lang="en-US" sz="1100"/>
                    </a:p>
                  </a:txBody>
                  <a:tcPr marL="0" marR="0" marT="0" marB="0" anchor="ctr">
                    <a:lnL w="19050" cap="flat" cmpd="sng" algn="ctr">
                      <a:solidFill>
                        <a:srgbClr val="9D9D9D"/>
                      </a:solidFill>
                      <a:prstDash val="solid"/>
                      <a:round/>
                      <a:headEnd type="none" w="med" len="med"/>
                      <a:tailEnd type="none" w="med" len="med"/>
                    </a:lnL>
                    <a:lnR w="19050" cap="flat" cmpd="sng" algn="ctr">
                      <a:solidFill>
                        <a:srgbClr val="9D9D9D"/>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1</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2</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3</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10" name="Table 10"/>
          <p:cNvGraphicFramePr>
            <a:graphicFrameLocks noGrp="1"/>
          </p:cNvGraphicFramePr>
          <p:nvPr/>
        </p:nvGraphicFramePr>
        <p:xfrm>
          <a:off x="1551150" y="5988621"/>
          <a:ext cx="7157049" cy="2266952"/>
        </p:xfrm>
        <a:graphic>
          <a:graphicData uri="http://schemas.openxmlformats.org/drawingml/2006/table">
            <a:tbl>
              <a:tblPr/>
              <a:tblGrid>
                <a:gridCol w="2841402">
                  <a:extLst>
                    <a:ext uri="{9D8B030D-6E8A-4147-A177-3AD203B41FA5}">
                      <a16:colId xmlns:a16="http://schemas.microsoft.com/office/drawing/2014/main" val="20000"/>
                    </a:ext>
                  </a:extLst>
                </a:gridCol>
                <a:gridCol w="2164687">
                  <a:extLst>
                    <a:ext uri="{9D8B030D-6E8A-4147-A177-3AD203B41FA5}">
                      <a16:colId xmlns:a16="http://schemas.microsoft.com/office/drawing/2014/main" val="20001"/>
                    </a:ext>
                  </a:extLst>
                </a:gridCol>
                <a:gridCol w="2150960">
                  <a:extLst>
                    <a:ext uri="{9D8B030D-6E8A-4147-A177-3AD203B41FA5}">
                      <a16:colId xmlns:a16="http://schemas.microsoft.com/office/drawing/2014/main" val="20002"/>
                    </a:ext>
                  </a:extLst>
                </a:gridCol>
              </a:tblGrid>
              <a:tr h="566738">
                <a:tc>
                  <a:txBody>
                    <a:bodyPr/>
                    <a:lstStyle/>
                    <a:p>
                      <a:pPr algn="ctr">
                        <a:lnSpc>
                          <a:spcPts val="1960"/>
                        </a:lnSpc>
                        <a:defRPr/>
                      </a:pPr>
                      <a:r>
                        <a:rPr lang="en-US" sz="1400" b="1">
                          <a:solidFill>
                            <a:srgbClr val="FFFFFF"/>
                          </a:solidFill>
                          <a:latin typeface="Noto Sans JP Bold"/>
                          <a:ea typeface="Noto Sans JP Bold"/>
                          <a:cs typeface="Noto Sans JP Bold"/>
                          <a:sym typeface="Noto Sans JP Bold"/>
                        </a:rPr>
                        <a:t>項目</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9D9D9D"/>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a:lnSpc>
                          <a:spcPts val="1960"/>
                        </a:lnSpc>
                        <a:defRPr/>
                      </a:pPr>
                      <a:r>
                        <a:rPr lang="en-US" sz="1400" b="1">
                          <a:solidFill>
                            <a:srgbClr val="FFFFFF"/>
                          </a:solidFill>
                          <a:latin typeface="Noto Sans JP Bold"/>
                          <a:ea typeface="Noto Sans JP Bold"/>
                          <a:cs typeface="Noto Sans JP Bold"/>
                          <a:sym typeface="Noto Sans JP Bold"/>
                        </a:rPr>
                        <a:t>カテゴリーA</a:t>
                      </a:r>
                      <a:endParaRPr lang="en-US" sz="1100"/>
                    </a:p>
                  </a:txBody>
                  <a:tcPr marL="0" marR="0" marT="0" marB="0" anchor="ctr">
                    <a:lnL w="19050" cap="flat" cmpd="sng" algn="ctr">
                      <a:solidFill>
                        <a:srgbClr val="9D9D9D"/>
                      </a:solidFill>
                      <a:prstDash val="solid"/>
                      <a:round/>
                      <a:headEnd type="none" w="med" len="med"/>
                      <a:tailEnd type="none" w="med" len="med"/>
                    </a:lnL>
                    <a:lnR w="19050" cap="flat" cmpd="sng" algn="ctr">
                      <a:solidFill>
                        <a:srgbClr val="9D9D9D"/>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tc>
                  <a:txBody>
                    <a:bodyPr/>
                    <a:lstStyle/>
                    <a:p>
                      <a:pPr algn="ctr">
                        <a:lnSpc>
                          <a:spcPts val="1960"/>
                        </a:lnSpc>
                        <a:defRPr/>
                      </a:pPr>
                      <a:r>
                        <a:rPr lang="en-US" sz="1400" b="1">
                          <a:solidFill>
                            <a:srgbClr val="FFFFFF"/>
                          </a:solidFill>
                          <a:latin typeface="Noto Sans JP Bold"/>
                          <a:ea typeface="Noto Sans JP Bold"/>
                          <a:cs typeface="Noto Sans JP Bold"/>
                          <a:sym typeface="Noto Sans JP Bold"/>
                        </a:rPr>
                        <a:t>カテゴリーB</a:t>
                      </a:r>
                      <a:endParaRPr lang="en-US" sz="1100"/>
                    </a:p>
                  </a:txBody>
                  <a:tcPr marL="0" marR="0" marT="0" marB="0" anchor="ctr">
                    <a:lnL w="19050" cap="flat" cmpd="sng" algn="ctr">
                      <a:solidFill>
                        <a:srgbClr val="9D9D9D"/>
                      </a:solidFill>
                      <a:prstDash val="solid"/>
                      <a:round/>
                      <a:headEnd type="none" w="med" len="med"/>
                      <a:tailEnd type="none" w="med" len="med"/>
                    </a:lnL>
                    <a:lnR w="19050" cap="flat" cmpd="sng" algn="ctr">
                      <a:solidFill>
                        <a:srgbClr val="9D9D9D"/>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1</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2</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3</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11" name="Table 11"/>
          <p:cNvGraphicFramePr>
            <a:graphicFrameLocks noGrp="1"/>
          </p:cNvGraphicFramePr>
          <p:nvPr/>
        </p:nvGraphicFramePr>
        <p:xfrm>
          <a:off x="9579801" y="2997215"/>
          <a:ext cx="7157049" cy="2266952"/>
        </p:xfrm>
        <a:graphic>
          <a:graphicData uri="http://schemas.openxmlformats.org/drawingml/2006/table">
            <a:tbl>
              <a:tblPr/>
              <a:tblGrid>
                <a:gridCol w="2841402">
                  <a:extLst>
                    <a:ext uri="{9D8B030D-6E8A-4147-A177-3AD203B41FA5}">
                      <a16:colId xmlns:a16="http://schemas.microsoft.com/office/drawing/2014/main" val="20000"/>
                    </a:ext>
                  </a:extLst>
                </a:gridCol>
                <a:gridCol w="2164687">
                  <a:extLst>
                    <a:ext uri="{9D8B030D-6E8A-4147-A177-3AD203B41FA5}">
                      <a16:colId xmlns:a16="http://schemas.microsoft.com/office/drawing/2014/main" val="20001"/>
                    </a:ext>
                  </a:extLst>
                </a:gridCol>
                <a:gridCol w="2150960">
                  <a:extLst>
                    <a:ext uri="{9D8B030D-6E8A-4147-A177-3AD203B41FA5}">
                      <a16:colId xmlns:a16="http://schemas.microsoft.com/office/drawing/2014/main" val="20002"/>
                    </a:ext>
                  </a:extLst>
                </a:gridCol>
              </a:tblGrid>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項目</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カテゴリーA</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カテゴリーB</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9D9D9D"/>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extLst>
                  <a:ext uri="{0D108BD9-81ED-4DB2-BD59-A6C34878D82A}">
                    <a16:rowId xmlns:a16="http://schemas.microsoft.com/office/drawing/2014/main" val="10000"/>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1</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2</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7F0F6"/>
                    </a:solidFill>
                  </a:tcPr>
                </a:tc>
                <a:extLst>
                  <a:ext uri="{0D108BD9-81ED-4DB2-BD59-A6C34878D82A}">
                    <a16:rowId xmlns:a16="http://schemas.microsoft.com/office/drawing/2014/main" val="10002"/>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3</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12" name="Table 12"/>
          <p:cNvGraphicFramePr>
            <a:graphicFrameLocks noGrp="1"/>
          </p:cNvGraphicFramePr>
          <p:nvPr/>
        </p:nvGraphicFramePr>
        <p:xfrm>
          <a:off x="9579801" y="5988621"/>
          <a:ext cx="7137998" cy="2266952"/>
        </p:xfrm>
        <a:graphic>
          <a:graphicData uri="http://schemas.openxmlformats.org/drawingml/2006/table">
            <a:tbl>
              <a:tblPr/>
              <a:tblGrid>
                <a:gridCol w="2833839">
                  <a:extLst>
                    <a:ext uri="{9D8B030D-6E8A-4147-A177-3AD203B41FA5}">
                      <a16:colId xmlns:a16="http://schemas.microsoft.com/office/drawing/2014/main" val="20000"/>
                    </a:ext>
                  </a:extLst>
                </a:gridCol>
                <a:gridCol w="2158925">
                  <a:extLst>
                    <a:ext uri="{9D8B030D-6E8A-4147-A177-3AD203B41FA5}">
                      <a16:colId xmlns:a16="http://schemas.microsoft.com/office/drawing/2014/main" val="20001"/>
                    </a:ext>
                  </a:extLst>
                </a:gridCol>
                <a:gridCol w="2145234">
                  <a:extLst>
                    <a:ext uri="{9D8B030D-6E8A-4147-A177-3AD203B41FA5}">
                      <a16:colId xmlns:a16="http://schemas.microsoft.com/office/drawing/2014/main" val="20002"/>
                    </a:ext>
                  </a:extLst>
                </a:gridCol>
              </a:tblGrid>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項目</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カテゴリーA</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カテゴリーB</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1</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2</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738">
                <a:tc>
                  <a:txBody>
                    <a:bodyPr/>
                    <a:lstStyle/>
                    <a:p>
                      <a:pPr algn="ctr">
                        <a:lnSpc>
                          <a:spcPts val="1960"/>
                        </a:lnSpc>
                        <a:defRPr/>
                      </a:pPr>
                      <a:r>
                        <a:rPr lang="en-US" sz="1400" b="1">
                          <a:solidFill>
                            <a:srgbClr val="000000"/>
                          </a:solidFill>
                          <a:latin typeface="Noto Sans JP Bold"/>
                          <a:ea typeface="Noto Sans JP Bold"/>
                          <a:cs typeface="Noto Sans JP Bold"/>
                          <a:sym typeface="Noto Sans JP Bold"/>
                        </a:rPr>
                        <a:t>要素 3</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Noto Sans JP"/>
                          <a:ea typeface="Noto Sans JP"/>
                          <a:cs typeface="Noto Sans JP"/>
                          <a:sym typeface="Noto Sans JP"/>
                        </a:rPr>
                        <a:t>0000</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334</Words>
  <Application>Microsoft Macintosh PowerPoint</Application>
  <PresentationFormat>ユーザー設定</PresentationFormat>
  <Paragraphs>164</Paragraphs>
  <Slides>15</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15</vt:i4>
      </vt:variant>
    </vt:vector>
  </HeadingPairs>
  <TitlesOfParts>
    <vt:vector size="22" baseType="lpstr">
      <vt:lpstr>Calibri</vt:lpstr>
      <vt:lpstr>Noto Sans JP Bold</vt:lpstr>
      <vt:lpstr>Noto Sans JP</vt:lpstr>
      <vt:lpstr>Noto Sans JP Heavy</vt:lpstr>
      <vt:lpstr>Arial</vt:lpstr>
      <vt:lpstr>Futura Ultra-Bold</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青　シンプル　グラフ　図解のプレゼンテーション</dc:title>
  <cp:lastModifiedBy>昂平 中村</cp:lastModifiedBy>
  <cp:revision>2</cp:revision>
  <dcterms:created xsi:type="dcterms:W3CDTF">2006-08-16T00:00:00Z</dcterms:created>
  <dcterms:modified xsi:type="dcterms:W3CDTF">2026-02-09T09:57:04Z</dcterms:modified>
  <dc:identifier>DAHA0bcZ1FI</dc:identifier>
</cp:coreProperties>
</file>